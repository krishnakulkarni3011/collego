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6"/>
  </p:notesMasterIdLst>
  <p:sldIdLst>
    <p:sldId id="256" r:id="rId2"/>
    <p:sldId id="260" r:id="rId3"/>
    <p:sldId id="257" r:id="rId4"/>
    <p:sldId id="301" r:id="rId5"/>
    <p:sldId id="305" r:id="rId6"/>
    <p:sldId id="302" r:id="rId7"/>
    <p:sldId id="304" r:id="rId8"/>
    <p:sldId id="262" r:id="rId9"/>
    <p:sldId id="258" r:id="rId10"/>
    <p:sldId id="306" r:id="rId11"/>
    <p:sldId id="265" r:id="rId12"/>
    <p:sldId id="259" r:id="rId13"/>
    <p:sldId id="310" r:id="rId14"/>
    <p:sldId id="264" r:id="rId15"/>
    <p:sldId id="309" r:id="rId16"/>
    <p:sldId id="322" r:id="rId17"/>
    <p:sldId id="272" r:id="rId18"/>
    <p:sldId id="316" r:id="rId19"/>
    <p:sldId id="317" r:id="rId20"/>
    <p:sldId id="318" r:id="rId21"/>
    <p:sldId id="319" r:id="rId22"/>
    <p:sldId id="320" r:id="rId23"/>
    <p:sldId id="321" r:id="rId24"/>
    <p:sldId id="279" r:id="rId25"/>
  </p:sldIdLst>
  <p:sldSz cx="9144000" cy="5143500" type="screen16x9"/>
  <p:notesSz cx="6858000" cy="9144000"/>
  <p:embeddedFontLst>
    <p:embeddedFont>
      <p:font typeface="Montserrat" panose="00000500000000000000" pitchFamily="2" charset="0"/>
      <p:regular r:id="rId27"/>
      <p:bold r:id="rId28"/>
      <p:italic r:id="rId29"/>
      <p:boldItalic r:id="rId30"/>
    </p:embeddedFont>
    <p:embeddedFont>
      <p:font typeface="Montserrat ExtraBold" panose="00000900000000000000" pitchFamily="2" charset="0"/>
      <p:bold r:id="rId31"/>
      <p:boldItalic r:id="rId32"/>
    </p:embeddedFont>
    <p:embeddedFont>
      <p:font typeface="Papyrus" panose="03070502060502030205" pitchFamily="66" charset="0"/>
      <p:regular r:id="rId33"/>
    </p:embeddedFont>
    <p:embeddedFont>
      <p:font typeface="Raleway" pitchFamily="2" charset="0"/>
      <p:regular r:id="rId34"/>
      <p:bold r:id="rId35"/>
      <p:italic r:id="rId36"/>
      <p:boldItalic r:id="rId37"/>
    </p:embeddedFont>
    <p:embeddedFont>
      <p:font typeface="Raleway Medium" pitchFamily="2" charset="0"/>
      <p:regular r:id="rId38"/>
      <p:bold r:id="rId39"/>
      <p:italic r:id="rId40"/>
      <p:boldItalic r:id="rId41"/>
    </p:embeddedFont>
    <p:embeddedFont>
      <p:font typeface="Ramabhadra" panose="020B0604020202020204" charset="0"/>
      <p:regular r:id="rId42"/>
    </p:embeddedFont>
    <p:embeddedFont>
      <p:font typeface="Roboto Condensed Light" panose="02000000000000000000" pitchFamily="2" charset="0"/>
      <p:regular r:id="rId43"/>
      <p: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4F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13BE3F-CC8F-4AC6-96D3-6D59282F6A67}">
  <a:tblStyle styleId="{6213BE3F-CC8F-4AC6-96D3-6D59282F6A6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03" autoAdjust="0"/>
    <p:restoredTop sz="94660"/>
  </p:normalViewPr>
  <p:slideViewPr>
    <p:cSldViewPr snapToGrid="0">
      <p:cViewPr varScale="1">
        <p:scale>
          <a:sx n="120" d="100"/>
          <a:sy n="120" d="100"/>
        </p:scale>
        <p:origin x="676" y="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na Kulkarni" userId="83f42ff39b4c8068" providerId="LiveId" clId="{07C3769F-D559-4CEA-A537-B3F25CF6C36B}"/>
    <pc:docChg chg="delSld modSld">
      <pc:chgData name="Krishna Kulkarni" userId="83f42ff39b4c8068" providerId="LiveId" clId="{07C3769F-D559-4CEA-A537-B3F25CF6C36B}" dt="2026-01-05T17:26:41.823" v="80" actId="1076"/>
      <pc:docMkLst>
        <pc:docMk/>
      </pc:docMkLst>
      <pc:sldChg chg="del">
        <pc:chgData name="Krishna Kulkarni" userId="83f42ff39b4c8068" providerId="LiveId" clId="{07C3769F-D559-4CEA-A537-B3F25CF6C36B}" dt="2026-01-05T09:51:21.621" v="0" actId="47"/>
        <pc:sldMkLst>
          <pc:docMk/>
          <pc:sldMk cId="0" sldId="275"/>
        </pc:sldMkLst>
      </pc:sldChg>
      <pc:sldChg chg="modSp mod">
        <pc:chgData name="Krishna Kulkarni" userId="83f42ff39b4c8068" providerId="LiveId" clId="{07C3769F-D559-4CEA-A537-B3F25CF6C36B}" dt="2026-01-05T17:26:41.823" v="80" actId="1076"/>
        <pc:sldMkLst>
          <pc:docMk/>
          <pc:sldMk cId="889298232" sldId="310"/>
        </pc:sldMkLst>
        <pc:spChg chg="mod">
          <ac:chgData name="Krishna Kulkarni" userId="83f42ff39b4c8068" providerId="LiveId" clId="{07C3769F-D559-4CEA-A537-B3F25CF6C36B}" dt="2026-01-05T17:26:41.823" v="80" actId="1076"/>
          <ac:spMkLst>
            <pc:docMk/>
            <pc:sldMk cId="889298232" sldId="310"/>
            <ac:spMk id="2" creationId="{5555ECFE-3F93-DDD0-F45E-3EB6A8BB4D17}"/>
          </ac:spMkLst>
        </pc:spChg>
      </pc:sldChg>
      <pc:sldMasterChg chg="delSldLayout">
        <pc:chgData name="Krishna Kulkarni" userId="83f42ff39b4c8068" providerId="LiveId" clId="{07C3769F-D559-4CEA-A537-B3F25CF6C36B}" dt="2026-01-05T09:51:21.621" v="0" actId="47"/>
        <pc:sldMasterMkLst>
          <pc:docMk/>
          <pc:sldMasterMk cId="0" sldId="2147483678"/>
        </pc:sldMasterMkLst>
        <pc:sldLayoutChg chg="del">
          <pc:chgData name="Krishna Kulkarni" userId="83f42ff39b4c8068" providerId="LiveId" clId="{07C3769F-D559-4CEA-A537-B3F25CF6C36B}" dt="2026-01-05T09:51:21.621" v="0" actId="47"/>
          <pc:sldLayoutMkLst>
            <pc:docMk/>
            <pc:sldMasterMk cId="0" sldId="2147483678"/>
            <pc:sldLayoutMk cId="0" sldId="214748365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ec13231a9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ec13231a9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ec13231a9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ec13231a9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eb856e698b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eb856e698b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19D0ECD8-1D29-82D7-6052-80F97D9233E5}"/>
            </a:ext>
          </a:extLst>
        </p:cNvPr>
        <p:cNvGrpSpPr/>
        <p:nvPr/>
      </p:nvGrpSpPr>
      <p:grpSpPr>
        <a:xfrm>
          <a:off x="0" y="0"/>
          <a:ext cx="0" cy="0"/>
          <a:chOff x="0" y="0"/>
          <a:chExt cx="0" cy="0"/>
        </a:xfrm>
      </p:grpSpPr>
      <p:sp>
        <p:nvSpPr>
          <p:cNvPr id="318" name="Google Shape;318;geb856e698b_1_1:notes">
            <a:extLst>
              <a:ext uri="{FF2B5EF4-FFF2-40B4-BE49-F238E27FC236}">
                <a16:creationId xmlns:a16="http://schemas.microsoft.com/office/drawing/2014/main" id="{38C616CE-444A-3BB9-8A02-E9D615678D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eb856e698b_1_1:notes">
            <a:extLst>
              <a:ext uri="{FF2B5EF4-FFF2-40B4-BE49-F238E27FC236}">
                <a16:creationId xmlns:a16="http://schemas.microsoft.com/office/drawing/2014/main" id="{A8D94412-A606-6201-0725-50D051E7DC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6950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45AEFC92-A90F-03CB-4193-4F07DB6E44C6}"/>
            </a:ext>
          </a:extLst>
        </p:cNvPr>
        <p:cNvGrpSpPr/>
        <p:nvPr/>
      </p:nvGrpSpPr>
      <p:grpSpPr>
        <a:xfrm>
          <a:off x="0" y="0"/>
          <a:ext cx="0" cy="0"/>
          <a:chOff x="0" y="0"/>
          <a:chExt cx="0" cy="0"/>
        </a:xfrm>
      </p:grpSpPr>
      <p:sp>
        <p:nvSpPr>
          <p:cNvPr id="318" name="Google Shape;318;geb856e698b_1_1:notes">
            <a:extLst>
              <a:ext uri="{FF2B5EF4-FFF2-40B4-BE49-F238E27FC236}">
                <a16:creationId xmlns:a16="http://schemas.microsoft.com/office/drawing/2014/main" id="{61F4F5D1-8C56-9940-0D5C-B4D4EE3E9A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eb856e698b_1_1:notes">
            <a:extLst>
              <a:ext uri="{FF2B5EF4-FFF2-40B4-BE49-F238E27FC236}">
                <a16:creationId xmlns:a16="http://schemas.microsoft.com/office/drawing/2014/main" id="{9D565D8E-8F84-2147-0191-4FE431D867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9866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C0FAC754-0471-9F45-7885-9E3B3D015D25}"/>
            </a:ext>
          </a:extLst>
        </p:cNvPr>
        <p:cNvGrpSpPr/>
        <p:nvPr/>
      </p:nvGrpSpPr>
      <p:grpSpPr>
        <a:xfrm>
          <a:off x="0" y="0"/>
          <a:ext cx="0" cy="0"/>
          <a:chOff x="0" y="0"/>
          <a:chExt cx="0" cy="0"/>
        </a:xfrm>
      </p:grpSpPr>
      <p:sp>
        <p:nvSpPr>
          <p:cNvPr id="318" name="Google Shape;318;geb856e698b_1_1:notes">
            <a:extLst>
              <a:ext uri="{FF2B5EF4-FFF2-40B4-BE49-F238E27FC236}">
                <a16:creationId xmlns:a16="http://schemas.microsoft.com/office/drawing/2014/main" id="{AF21C261-5D94-A598-CCB9-B9960DED58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eb856e698b_1_1:notes">
            <a:extLst>
              <a:ext uri="{FF2B5EF4-FFF2-40B4-BE49-F238E27FC236}">
                <a16:creationId xmlns:a16="http://schemas.microsoft.com/office/drawing/2014/main" id="{F056C913-3FED-53C2-FC62-01DF232F0A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2988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5770CB4D-F37C-339A-7158-C1C570B3BC26}"/>
            </a:ext>
          </a:extLst>
        </p:cNvPr>
        <p:cNvGrpSpPr/>
        <p:nvPr/>
      </p:nvGrpSpPr>
      <p:grpSpPr>
        <a:xfrm>
          <a:off x="0" y="0"/>
          <a:ext cx="0" cy="0"/>
          <a:chOff x="0" y="0"/>
          <a:chExt cx="0" cy="0"/>
        </a:xfrm>
      </p:grpSpPr>
      <p:sp>
        <p:nvSpPr>
          <p:cNvPr id="318" name="Google Shape;318;geb856e698b_1_1:notes">
            <a:extLst>
              <a:ext uri="{FF2B5EF4-FFF2-40B4-BE49-F238E27FC236}">
                <a16:creationId xmlns:a16="http://schemas.microsoft.com/office/drawing/2014/main" id="{AEF1B61C-D273-5264-F6E0-DD32A39AC4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eb856e698b_1_1:notes">
            <a:extLst>
              <a:ext uri="{FF2B5EF4-FFF2-40B4-BE49-F238E27FC236}">
                <a16:creationId xmlns:a16="http://schemas.microsoft.com/office/drawing/2014/main" id="{14112454-3CA8-216A-CF69-20B42563C9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4567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ec17fd1298_5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ec17fd1298_5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eb856e698b_2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eb856e698b_2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a:extLst>
            <a:ext uri="{FF2B5EF4-FFF2-40B4-BE49-F238E27FC236}">
              <a16:creationId xmlns:a16="http://schemas.microsoft.com/office/drawing/2014/main" id="{D5432093-7E18-2AAA-F080-DD5060DCDEB9}"/>
            </a:ext>
          </a:extLst>
        </p:cNvPr>
        <p:cNvGrpSpPr/>
        <p:nvPr/>
      </p:nvGrpSpPr>
      <p:grpSpPr>
        <a:xfrm>
          <a:off x="0" y="0"/>
          <a:ext cx="0" cy="0"/>
          <a:chOff x="0" y="0"/>
          <a:chExt cx="0" cy="0"/>
        </a:xfrm>
      </p:grpSpPr>
      <p:sp>
        <p:nvSpPr>
          <p:cNvPr id="324" name="Google Shape;324;geb856e698b_2_774:notes">
            <a:extLst>
              <a:ext uri="{FF2B5EF4-FFF2-40B4-BE49-F238E27FC236}">
                <a16:creationId xmlns:a16="http://schemas.microsoft.com/office/drawing/2014/main" id="{2868F73D-A200-57AA-A82A-6A2906D4D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eb856e698b_2_774:notes">
            <a:extLst>
              <a:ext uri="{FF2B5EF4-FFF2-40B4-BE49-F238E27FC236}">
                <a16:creationId xmlns:a16="http://schemas.microsoft.com/office/drawing/2014/main" id="{49CD5B18-B352-073C-D2A8-60BC51091B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3276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eb856e698b_2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eb856e698b_2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eb856e698b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eb856e698b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a:extLst>
            <a:ext uri="{FF2B5EF4-FFF2-40B4-BE49-F238E27FC236}">
              <a16:creationId xmlns:a16="http://schemas.microsoft.com/office/drawing/2014/main" id="{391F8B62-DC40-3C30-CE8B-AC7FE63DDFF7}"/>
            </a:ext>
          </a:extLst>
        </p:cNvPr>
        <p:cNvGrpSpPr/>
        <p:nvPr/>
      </p:nvGrpSpPr>
      <p:grpSpPr>
        <a:xfrm>
          <a:off x="0" y="0"/>
          <a:ext cx="0" cy="0"/>
          <a:chOff x="0" y="0"/>
          <a:chExt cx="0" cy="0"/>
        </a:xfrm>
      </p:grpSpPr>
      <p:sp>
        <p:nvSpPr>
          <p:cNvPr id="468" name="Google Shape;468;geb856e698b_2_8:notes">
            <a:extLst>
              <a:ext uri="{FF2B5EF4-FFF2-40B4-BE49-F238E27FC236}">
                <a16:creationId xmlns:a16="http://schemas.microsoft.com/office/drawing/2014/main" id="{64F1958D-D92F-669E-579C-F73C558315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eb856e698b_2_8:notes">
            <a:extLst>
              <a:ext uri="{FF2B5EF4-FFF2-40B4-BE49-F238E27FC236}">
                <a16:creationId xmlns:a16="http://schemas.microsoft.com/office/drawing/2014/main" id="{D4A9AE98-7687-B25A-C04C-14AC804679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9111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ec17fd1298_5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ec17fd1298_5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a:extLst>
            <a:ext uri="{FF2B5EF4-FFF2-40B4-BE49-F238E27FC236}">
              <a16:creationId xmlns:a16="http://schemas.microsoft.com/office/drawing/2014/main" id="{A9609D23-B559-D387-30F1-BB7B941C2DC8}"/>
            </a:ext>
          </a:extLst>
        </p:cNvPr>
        <p:cNvGrpSpPr/>
        <p:nvPr/>
      </p:nvGrpSpPr>
      <p:grpSpPr>
        <a:xfrm>
          <a:off x="0" y="0"/>
          <a:ext cx="0" cy="0"/>
          <a:chOff x="0" y="0"/>
          <a:chExt cx="0" cy="0"/>
        </a:xfrm>
      </p:grpSpPr>
      <p:sp>
        <p:nvSpPr>
          <p:cNvPr id="650" name="Google Shape;650;geb856e698b_2_549:notes">
            <a:extLst>
              <a:ext uri="{FF2B5EF4-FFF2-40B4-BE49-F238E27FC236}">
                <a16:creationId xmlns:a16="http://schemas.microsoft.com/office/drawing/2014/main" id="{FC25C348-B5B9-5799-9E27-1E93451BEF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eb856e698b_2_549:notes">
            <a:extLst>
              <a:ext uri="{FF2B5EF4-FFF2-40B4-BE49-F238E27FC236}">
                <a16:creationId xmlns:a16="http://schemas.microsoft.com/office/drawing/2014/main" id="{24C4EEF9-BB5A-F3B8-1FF4-A523046EA5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400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a:extLst>
            <a:ext uri="{FF2B5EF4-FFF2-40B4-BE49-F238E27FC236}">
              <a16:creationId xmlns:a16="http://schemas.microsoft.com/office/drawing/2014/main" id="{E9AEECD3-60A6-8726-0F61-7310C1CC7E51}"/>
            </a:ext>
          </a:extLst>
        </p:cNvPr>
        <p:cNvGrpSpPr/>
        <p:nvPr/>
      </p:nvGrpSpPr>
      <p:grpSpPr>
        <a:xfrm>
          <a:off x="0" y="0"/>
          <a:ext cx="0" cy="0"/>
          <a:chOff x="0" y="0"/>
          <a:chExt cx="0" cy="0"/>
        </a:xfrm>
      </p:grpSpPr>
      <p:sp>
        <p:nvSpPr>
          <p:cNvPr id="650" name="Google Shape;650;geb856e698b_2_549:notes">
            <a:extLst>
              <a:ext uri="{FF2B5EF4-FFF2-40B4-BE49-F238E27FC236}">
                <a16:creationId xmlns:a16="http://schemas.microsoft.com/office/drawing/2014/main" id="{E7BEA195-F445-7E00-9832-AE54F35138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eb856e698b_2_549:notes">
            <a:extLst>
              <a:ext uri="{FF2B5EF4-FFF2-40B4-BE49-F238E27FC236}">
                <a16:creationId xmlns:a16="http://schemas.microsoft.com/office/drawing/2014/main" id="{CAA1DFFB-69F5-3DE2-7929-822DE4E724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4600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eb856e698b_2_5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eb856e698b_2_5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a:extLst>
            <a:ext uri="{FF2B5EF4-FFF2-40B4-BE49-F238E27FC236}">
              <a16:creationId xmlns:a16="http://schemas.microsoft.com/office/drawing/2014/main" id="{C876559A-3607-A146-DAF1-D06CDE27137E}"/>
            </a:ext>
          </a:extLst>
        </p:cNvPr>
        <p:cNvGrpSpPr/>
        <p:nvPr/>
      </p:nvGrpSpPr>
      <p:grpSpPr>
        <a:xfrm>
          <a:off x="0" y="0"/>
          <a:ext cx="0" cy="0"/>
          <a:chOff x="0" y="0"/>
          <a:chExt cx="0" cy="0"/>
        </a:xfrm>
      </p:grpSpPr>
      <p:sp>
        <p:nvSpPr>
          <p:cNvPr id="650" name="Google Shape;650;geb856e698b_2_549:notes">
            <a:extLst>
              <a:ext uri="{FF2B5EF4-FFF2-40B4-BE49-F238E27FC236}">
                <a16:creationId xmlns:a16="http://schemas.microsoft.com/office/drawing/2014/main" id="{329E66AF-25B1-281F-A60D-F9687C6566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eb856e698b_2_549:notes">
            <a:extLst>
              <a:ext uri="{FF2B5EF4-FFF2-40B4-BE49-F238E27FC236}">
                <a16:creationId xmlns:a16="http://schemas.microsoft.com/office/drawing/2014/main" id="{B5AF1E98-9E36-16DA-1BD6-2C569665BB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6526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a:extLst>
            <a:ext uri="{FF2B5EF4-FFF2-40B4-BE49-F238E27FC236}">
              <a16:creationId xmlns:a16="http://schemas.microsoft.com/office/drawing/2014/main" id="{4EB35986-D2D8-B352-981B-CC787CF485CC}"/>
            </a:ext>
          </a:extLst>
        </p:cNvPr>
        <p:cNvGrpSpPr/>
        <p:nvPr/>
      </p:nvGrpSpPr>
      <p:grpSpPr>
        <a:xfrm>
          <a:off x="0" y="0"/>
          <a:ext cx="0" cy="0"/>
          <a:chOff x="0" y="0"/>
          <a:chExt cx="0" cy="0"/>
        </a:xfrm>
      </p:grpSpPr>
      <p:sp>
        <p:nvSpPr>
          <p:cNvPr id="650" name="Google Shape;650;geb856e698b_2_549:notes">
            <a:extLst>
              <a:ext uri="{FF2B5EF4-FFF2-40B4-BE49-F238E27FC236}">
                <a16:creationId xmlns:a16="http://schemas.microsoft.com/office/drawing/2014/main" id="{8CE9D9A0-4DFD-0155-1958-4B8D4C6618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eb856e698b_2_549:notes">
            <a:extLst>
              <a:ext uri="{FF2B5EF4-FFF2-40B4-BE49-F238E27FC236}">
                <a16:creationId xmlns:a16="http://schemas.microsoft.com/office/drawing/2014/main" id="{15A11CEC-3DDF-0C73-2C49-0BEF9E7C3A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03651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a:extLst>
            <a:ext uri="{FF2B5EF4-FFF2-40B4-BE49-F238E27FC236}">
              <a16:creationId xmlns:a16="http://schemas.microsoft.com/office/drawing/2014/main" id="{BC860A52-7739-65AD-2259-40D5DAC78A18}"/>
            </a:ext>
          </a:extLst>
        </p:cNvPr>
        <p:cNvGrpSpPr/>
        <p:nvPr/>
      </p:nvGrpSpPr>
      <p:grpSpPr>
        <a:xfrm>
          <a:off x="0" y="0"/>
          <a:ext cx="0" cy="0"/>
          <a:chOff x="0" y="0"/>
          <a:chExt cx="0" cy="0"/>
        </a:xfrm>
      </p:grpSpPr>
      <p:sp>
        <p:nvSpPr>
          <p:cNvPr id="650" name="Google Shape;650;geb856e698b_2_549:notes">
            <a:extLst>
              <a:ext uri="{FF2B5EF4-FFF2-40B4-BE49-F238E27FC236}">
                <a16:creationId xmlns:a16="http://schemas.microsoft.com/office/drawing/2014/main" id="{D27D585C-B585-C781-2633-FACB6553C8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eb856e698b_2_549:notes">
            <a:extLst>
              <a:ext uri="{FF2B5EF4-FFF2-40B4-BE49-F238E27FC236}">
                <a16:creationId xmlns:a16="http://schemas.microsoft.com/office/drawing/2014/main" id="{B307F817-7A82-EF89-86C4-FAF5919790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1726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a:extLst>
            <a:ext uri="{FF2B5EF4-FFF2-40B4-BE49-F238E27FC236}">
              <a16:creationId xmlns:a16="http://schemas.microsoft.com/office/drawing/2014/main" id="{0048C608-9A58-EE75-C056-18D02EE43062}"/>
            </a:ext>
          </a:extLst>
        </p:cNvPr>
        <p:cNvGrpSpPr/>
        <p:nvPr/>
      </p:nvGrpSpPr>
      <p:grpSpPr>
        <a:xfrm>
          <a:off x="0" y="0"/>
          <a:ext cx="0" cy="0"/>
          <a:chOff x="0" y="0"/>
          <a:chExt cx="0" cy="0"/>
        </a:xfrm>
      </p:grpSpPr>
      <p:sp>
        <p:nvSpPr>
          <p:cNvPr id="650" name="Google Shape;650;geb856e698b_2_549:notes">
            <a:extLst>
              <a:ext uri="{FF2B5EF4-FFF2-40B4-BE49-F238E27FC236}">
                <a16:creationId xmlns:a16="http://schemas.microsoft.com/office/drawing/2014/main" id="{5DD7B8B8-F432-E3A7-57B5-D0ACD35D07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eb856e698b_2_549:notes">
            <a:extLst>
              <a:ext uri="{FF2B5EF4-FFF2-40B4-BE49-F238E27FC236}">
                <a16:creationId xmlns:a16="http://schemas.microsoft.com/office/drawing/2014/main" id="{6DEB2A4A-ED50-C299-C0F9-A601E8FC43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1140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a:extLst>
            <a:ext uri="{FF2B5EF4-FFF2-40B4-BE49-F238E27FC236}">
              <a16:creationId xmlns:a16="http://schemas.microsoft.com/office/drawing/2014/main" id="{EC928135-ED64-6D4E-4D28-A8FB657465A3}"/>
            </a:ext>
          </a:extLst>
        </p:cNvPr>
        <p:cNvGrpSpPr/>
        <p:nvPr/>
      </p:nvGrpSpPr>
      <p:grpSpPr>
        <a:xfrm>
          <a:off x="0" y="0"/>
          <a:ext cx="0" cy="0"/>
          <a:chOff x="0" y="0"/>
          <a:chExt cx="0" cy="0"/>
        </a:xfrm>
      </p:grpSpPr>
      <p:sp>
        <p:nvSpPr>
          <p:cNvPr id="650" name="Google Shape;650;geb856e698b_2_549:notes">
            <a:extLst>
              <a:ext uri="{FF2B5EF4-FFF2-40B4-BE49-F238E27FC236}">
                <a16:creationId xmlns:a16="http://schemas.microsoft.com/office/drawing/2014/main" id="{2703CF1C-D450-ED61-EE27-8D1A090E1B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eb856e698b_2_549:notes">
            <a:extLst>
              <a:ext uri="{FF2B5EF4-FFF2-40B4-BE49-F238E27FC236}">
                <a16:creationId xmlns:a16="http://schemas.microsoft.com/office/drawing/2014/main" id="{09237353-770C-639A-6B69-A1302556E2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0896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a:extLst>
            <a:ext uri="{FF2B5EF4-FFF2-40B4-BE49-F238E27FC236}">
              <a16:creationId xmlns:a16="http://schemas.microsoft.com/office/drawing/2014/main" id="{C2A6A6A5-88AD-C26D-AF60-77A2DACDEF28}"/>
            </a:ext>
          </a:extLst>
        </p:cNvPr>
        <p:cNvGrpSpPr/>
        <p:nvPr/>
      </p:nvGrpSpPr>
      <p:grpSpPr>
        <a:xfrm>
          <a:off x="0" y="0"/>
          <a:ext cx="0" cy="0"/>
          <a:chOff x="0" y="0"/>
          <a:chExt cx="0" cy="0"/>
        </a:xfrm>
      </p:grpSpPr>
      <p:sp>
        <p:nvSpPr>
          <p:cNvPr id="650" name="Google Shape;650;geb856e698b_2_549:notes">
            <a:extLst>
              <a:ext uri="{FF2B5EF4-FFF2-40B4-BE49-F238E27FC236}">
                <a16:creationId xmlns:a16="http://schemas.microsoft.com/office/drawing/2014/main" id="{594AB44E-9272-2312-A490-181D9023C7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eb856e698b_2_549:notes">
            <a:extLst>
              <a:ext uri="{FF2B5EF4-FFF2-40B4-BE49-F238E27FC236}">
                <a16:creationId xmlns:a16="http://schemas.microsoft.com/office/drawing/2014/main" id="{6EC1A27E-94C7-8B86-ACBE-80CB58C84A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70689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eb856e698b_2_7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eb856e698b_2_7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808800"/>
            <a:ext cx="6963000" cy="1344600"/>
          </a:xfrm>
          <a:prstGeom prst="rect">
            <a:avLst/>
          </a:prstGeom>
        </p:spPr>
        <p:txBody>
          <a:bodyPr spcFirstLastPara="1" wrap="square" lIns="91425" tIns="91425" rIns="91425" bIns="91425" anchor="ctr" anchorCtr="0">
            <a:noAutofit/>
          </a:bodyPr>
          <a:lstStyle>
            <a:lvl1pPr lvl="0" algn="l">
              <a:lnSpc>
                <a:spcPct val="100000"/>
              </a:lnSpc>
              <a:spcBef>
                <a:spcPts val="0"/>
              </a:spcBef>
              <a:spcAft>
                <a:spcPts val="0"/>
              </a:spcAft>
              <a:buClr>
                <a:schemeClr val="accent1"/>
              </a:buClr>
              <a:buSzPts val="5200"/>
              <a:buNone/>
              <a:defRPr sz="4200" b="0">
                <a:solidFill>
                  <a:schemeClr val="accent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chemeClr val="accent1"/>
              </a:buClr>
              <a:buSzPts val="5200"/>
              <a:buNone/>
              <a:defRPr sz="5200">
                <a:solidFill>
                  <a:schemeClr val="accent1"/>
                </a:solidFill>
              </a:defRPr>
            </a:lvl2pPr>
            <a:lvl3pPr lvl="2" algn="ctr">
              <a:lnSpc>
                <a:spcPct val="100000"/>
              </a:lnSpc>
              <a:spcBef>
                <a:spcPts val="0"/>
              </a:spcBef>
              <a:spcAft>
                <a:spcPts val="0"/>
              </a:spcAft>
              <a:buClr>
                <a:schemeClr val="accent1"/>
              </a:buClr>
              <a:buSzPts val="5200"/>
              <a:buNone/>
              <a:defRPr sz="5200">
                <a:solidFill>
                  <a:schemeClr val="accent1"/>
                </a:solidFill>
              </a:defRPr>
            </a:lvl3pPr>
            <a:lvl4pPr lvl="3" algn="ctr">
              <a:lnSpc>
                <a:spcPct val="100000"/>
              </a:lnSpc>
              <a:spcBef>
                <a:spcPts val="0"/>
              </a:spcBef>
              <a:spcAft>
                <a:spcPts val="0"/>
              </a:spcAft>
              <a:buClr>
                <a:schemeClr val="accent1"/>
              </a:buClr>
              <a:buSzPts val="5200"/>
              <a:buNone/>
              <a:defRPr sz="5200">
                <a:solidFill>
                  <a:schemeClr val="accent1"/>
                </a:solidFill>
              </a:defRPr>
            </a:lvl4pPr>
            <a:lvl5pPr lvl="4" algn="ctr">
              <a:lnSpc>
                <a:spcPct val="100000"/>
              </a:lnSpc>
              <a:spcBef>
                <a:spcPts val="0"/>
              </a:spcBef>
              <a:spcAft>
                <a:spcPts val="0"/>
              </a:spcAft>
              <a:buClr>
                <a:schemeClr val="accent1"/>
              </a:buClr>
              <a:buSzPts val="5200"/>
              <a:buNone/>
              <a:defRPr sz="5200">
                <a:solidFill>
                  <a:schemeClr val="accent1"/>
                </a:solidFill>
              </a:defRPr>
            </a:lvl5pPr>
            <a:lvl6pPr lvl="5" algn="ctr">
              <a:lnSpc>
                <a:spcPct val="100000"/>
              </a:lnSpc>
              <a:spcBef>
                <a:spcPts val="0"/>
              </a:spcBef>
              <a:spcAft>
                <a:spcPts val="0"/>
              </a:spcAft>
              <a:buClr>
                <a:schemeClr val="accent1"/>
              </a:buClr>
              <a:buSzPts val="5200"/>
              <a:buNone/>
              <a:defRPr sz="5200">
                <a:solidFill>
                  <a:schemeClr val="accent1"/>
                </a:solidFill>
              </a:defRPr>
            </a:lvl6pPr>
            <a:lvl7pPr lvl="6" algn="ctr">
              <a:lnSpc>
                <a:spcPct val="100000"/>
              </a:lnSpc>
              <a:spcBef>
                <a:spcPts val="0"/>
              </a:spcBef>
              <a:spcAft>
                <a:spcPts val="0"/>
              </a:spcAft>
              <a:buClr>
                <a:schemeClr val="accent1"/>
              </a:buClr>
              <a:buSzPts val="5200"/>
              <a:buNone/>
              <a:defRPr sz="5200">
                <a:solidFill>
                  <a:schemeClr val="accent1"/>
                </a:solidFill>
              </a:defRPr>
            </a:lvl7pPr>
            <a:lvl8pPr lvl="7" algn="ctr">
              <a:lnSpc>
                <a:spcPct val="100000"/>
              </a:lnSpc>
              <a:spcBef>
                <a:spcPts val="0"/>
              </a:spcBef>
              <a:spcAft>
                <a:spcPts val="0"/>
              </a:spcAft>
              <a:buClr>
                <a:schemeClr val="accent1"/>
              </a:buClr>
              <a:buSzPts val="5200"/>
              <a:buNone/>
              <a:defRPr sz="5200">
                <a:solidFill>
                  <a:schemeClr val="accent1"/>
                </a:solidFill>
              </a:defRPr>
            </a:lvl8pPr>
            <a:lvl9pPr lvl="8" algn="ctr">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10" name="Google Shape;10;p2"/>
          <p:cNvSpPr txBox="1">
            <a:spLocks noGrp="1"/>
          </p:cNvSpPr>
          <p:nvPr>
            <p:ph type="subTitle" idx="1"/>
          </p:nvPr>
        </p:nvSpPr>
        <p:spPr>
          <a:xfrm>
            <a:off x="715100" y="2153400"/>
            <a:ext cx="4359000" cy="409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accent2"/>
              </a:buClr>
              <a:buSzPts val="1200"/>
              <a:buNone/>
              <a:defRPr sz="1600">
                <a:solidFill>
                  <a:schemeClr val="accent1"/>
                </a:solidFill>
                <a:latin typeface="Raleway Medium"/>
                <a:ea typeface="Raleway Medium"/>
                <a:cs typeface="Raleway Medium"/>
                <a:sym typeface="Raleway Medium"/>
              </a:defRPr>
            </a:lvl1pPr>
            <a:lvl2pPr lvl="1" algn="ctr">
              <a:lnSpc>
                <a:spcPct val="100000"/>
              </a:lnSpc>
              <a:spcBef>
                <a:spcPts val="0"/>
              </a:spcBef>
              <a:spcAft>
                <a:spcPts val="0"/>
              </a:spcAft>
              <a:buClr>
                <a:schemeClr val="accent2"/>
              </a:buClr>
              <a:buSzPts val="1200"/>
              <a:buNone/>
              <a:defRPr>
                <a:solidFill>
                  <a:schemeClr val="accent2"/>
                </a:solidFill>
              </a:defRPr>
            </a:lvl2pPr>
            <a:lvl3pPr lvl="2" algn="ctr">
              <a:lnSpc>
                <a:spcPct val="100000"/>
              </a:lnSpc>
              <a:spcBef>
                <a:spcPts val="0"/>
              </a:spcBef>
              <a:spcAft>
                <a:spcPts val="0"/>
              </a:spcAft>
              <a:buClr>
                <a:schemeClr val="accent2"/>
              </a:buClr>
              <a:buSzPts val="1200"/>
              <a:buNone/>
              <a:defRPr>
                <a:solidFill>
                  <a:schemeClr val="accent2"/>
                </a:solidFill>
              </a:defRPr>
            </a:lvl3pPr>
            <a:lvl4pPr lvl="3" algn="ctr">
              <a:lnSpc>
                <a:spcPct val="100000"/>
              </a:lnSpc>
              <a:spcBef>
                <a:spcPts val="0"/>
              </a:spcBef>
              <a:spcAft>
                <a:spcPts val="0"/>
              </a:spcAft>
              <a:buClr>
                <a:schemeClr val="accent2"/>
              </a:buClr>
              <a:buSzPts val="1200"/>
              <a:buNone/>
              <a:defRPr>
                <a:solidFill>
                  <a:schemeClr val="accent2"/>
                </a:solidFill>
              </a:defRPr>
            </a:lvl4pPr>
            <a:lvl5pPr lvl="4" algn="ctr">
              <a:lnSpc>
                <a:spcPct val="100000"/>
              </a:lnSpc>
              <a:spcBef>
                <a:spcPts val="0"/>
              </a:spcBef>
              <a:spcAft>
                <a:spcPts val="0"/>
              </a:spcAft>
              <a:buClr>
                <a:schemeClr val="accent2"/>
              </a:buClr>
              <a:buSzPts val="1200"/>
              <a:buNone/>
              <a:defRPr>
                <a:solidFill>
                  <a:schemeClr val="accent2"/>
                </a:solidFill>
              </a:defRPr>
            </a:lvl5pPr>
            <a:lvl6pPr lvl="5" algn="ctr">
              <a:lnSpc>
                <a:spcPct val="100000"/>
              </a:lnSpc>
              <a:spcBef>
                <a:spcPts val="0"/>
              </a:spcBef>
              <a:spcAft>
                <a:spcPts val="0"/>
              </a:spcAft>
              <a:buClr>
                <a:schemeClr val="accent2"/>
              </a:buClr>
              <a:buSzPts val="1200"/>
              <a:buNone/>
              <a:defRPr>
                <a:solidFill>
                  <a:schemeClr val="accent2"/>
                </a:solidFill>
              </a:defRPr>
            </a:lvl6pPr>
            <a:lvl7pPr lvl="6" algn="ctr">
              <a:lnSpc>
                <a:spcPct val="100000"/>
              </a:lnSpc>
              <a:spcBef>
                <a:spcPts val="0"/>
              </a:spcBef>
              <a:spcAft>
                <a:spcPts val="0"/>
              </a:spcAft>
              <a:buClr>
                <a:schemeClr val="accent2"/>
              </a:buClr>
              <a:buSzPts val="1200"/>
              <a:buNone/>
              <a:defRPr>
                <a:solidFill>
                  <a:schemeClr val="accent2"/>
                </a:solidFill>
              </a:defRPr>
            </a:lvl7pPr>
            <a:lvl8pPr lvl="7" algn="ctr">
              <a:lnSpc>
                <a:spcPct val="100000"/>
              </a:lnSpc>
              <a:spcBef>
                <a:spcPts val="0"/>
              </a:spcBef>
              <a:spcAft>
                <a:spcPts val="0"/>
              </a:spcAft>
              <a:buClr>
                <a:schemeClr val="accent2"/>
              </a:buClr>
              <a:buSzPts val="1200"/>
              <a:buNone/>
              <a:defRPr>
                <a:solidFill>
                  <a:schemeClr val="accent2"/>
                </a:solidFill>
              </a:defRPr>
            </a:lvl8pPr>
            <a:lvl9pPr lvl="8" algn="ctr">
              <a:lnSpc>
                <a:spcPct val="100000"/>
              </a:lnSpc>
              <a:spcBef>
                <a:spcPts val="0"/>
              </a:spcBef>
              <a:spcAft>
                <a:spcPts val="0"/>
              </a:spcAft>
              <a:buClr>
                <a:schemeClr val="accent2"/>
              </a:buClr>
              <a:buSzPts val="1200"/>
              <a:buNone/>
              <a:defRPr>
                <a:solidFill>
                  <a:schemeClr val="accent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grpSp>
        <p:nvGrpSpPr>
          <p:cNvPr id="22" name="Google Shape;22;p4"/>
          <p:cNvGrpSpPr/>
          <p:nvPr/>
        </p:nvGrpSpPr>
        <p:grpSpPr>
          <a:xfrm>
            <a:off x="0" y="247559"/>
            <a:ext cx="9805025" cy="5052141"/>
            <a:chOff x="0" y="247559"/>
            <a:chExt cx="9805025" cy="5052141"/>
          </a:xfrm>
        </p:grpSpPr>
        <p:sp>
          <p:nvSpPr>
            <p:cNvPr id="23" name="Google Shape;23;p4"/>
            <p:cNvSpPr/>
            <p:nvPr/>
          </p:nvSpPr>
          <p:spPr>
            <a:xfrm flipH="1">
              <a:off x="6795125" y="4608500"/>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 name="Google Shape;24;p4"/>
            <p:cNvCxnSpPr/>
            <p:nvPr/>
          </p:nvCxnSpPr>
          <p:spPr>
            <a:xfrm>
              <a:off x="0" y="247559"/>
              <a:ext cx="1577700" cy="0"/>
            </a:xfrm>
            <a:prstGeom prst="straightConnector1">
              <a:avLst/>
            </a:prstGeom>
            <a:noFill/>
            <a:ln w="19050" cap="flat" cmpd="sng">
              <a:solidFill>
                <a:schemeClr val="accent2"/>
              </a:solidFill>
              <a:prstDash val="solid"/>
              <a:round/>
              <a:headEnd type="none" w="med" len="med"/>
              <a:tailEnd type="none" w="med" len="med"/>
            </a:ln>
          </p:spPr>
        </p:cxnSp>
        <p:sp>
          <p:nvSpPr>
            <p:cNvPr id="25" name="Google Shape;25;p4"/>
            <p:cNvSpPr/>
            <p:nvPr/>
          </p:nvSpPr>
          <p:spPr>
            <a:xfrm>
              <a:off x="8076775" y="4041350"/>
              <a:ext cx="1623254" cy="771653"/>
            </a:xfrm>
            <a:custGeom>
              <a:avLst/>
              <a:gdLst/>
              <a:ahLst/>
              <a:cxnLst/>
              <a:rect l="l" t="t" r="r" b="b"/>
              <a:pathLst>
                <a:path w="21766" h="10347" extrusionOk="0">
                  <a:moveTo>
                    <a:pt x="4787" y="1417"/>
                  </a:moveTo>
                  <a:lnTo>
                    <a:pt x="1" y="10347"/>
                  </a:lnTo>
                  <a:lnTo>
                    <a:pt x="16217" y="10347"/>
                  </a:lnTo>
                  <a:lnTo>
                    <a:pt x="21765" y="0"/>
                  </a:lnTo>
                  <a:lnTo>
                    <a:pt x="7156" y="0"/>
                  </a:lnTo>
                  <a:cubicBezTo>
                    <a:pt x="6168" y="0"/>
                    <a:pt x="5251" y="548"/>
                    <a:pt x="4787" y="1417"/>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259080" rtl="0">
              <a:lnSpc>
                <a:spcPct val="115000"/>
              </a:lnSpc>
              <a:spcBef>
                <a:spcPts val="0"/>
              </a:spcBef>
              <a:spcAft>
                <a:spcPts val="0"/>
              </a:spcAft>
              <a:buClr>
                <a:srgbClr val="434343"/>
              </a:buClr>
              <a:buSzPts val="480"/>
              <a:buAutoNum type="arabicPeriod"/>
              <a:defRPr>
                <a:solidFill>
                  <a:srgbClr val="434343"/>
                </a:solidFill>
              </a:defRPr>
            </a:lvl1pPr>
            <a:lvl2pPr marL="914400" lvl="1" indent="-259080" rtl="0">
              <a:lnSpc>
                <a:spcPct val="115000"/>
              </a:lnSpc>
              <a:spcBef>
                <a:spcPts val="0"/>
              </a:spcBef>
              <a:spcAft>
                <a:spcPts val="0"/>
              </a:spcAft>
              <a:buClr>
                <a:srgbClr val="434343"/>
              </a:buClr>
              <a:buSzPts val="480"/>
              <a:buFont typeface="Roboto Condensed Light"/>
              <a:buAutoNum type="alphaLcPeriod"/>
              <a:defRPr>
                <a:solidFill>
                  <a:srgbClr val="434343"/>
                </a:solidFill>
              </a:defRPr>
            </a:lvl2pPr>
            <a:lvl3pPr marL="1371600" lvl="2" indent="-259080" rtl="0">
              <a:lnSpc>
                <a:spcPct val="115000"/>
              </a:lnSpc>
              <a:spcBef>
                <a:spcPts val="0"/>
              </a:spcBef>
              <a:spcAft>
                <a:spcPts val="0"/>
              </a:spcAft>
              <a:buClr>
                <a:srgbClr val="434343"/>
              </a:buClr>
              <a:buSzPts val="480"/>
              <a:buFont typeface="Roboto Condensed Light"/>
              <a:buAutoNum type="romanLcPeriod"/>
              <a:defRPr>
                <a:solidFill>
                  <a:srgbClr val="434343"/>
                </a:solidFill>
              </a:defRPr>
            </a:lvl3pPr>
            <a:lvl4pPr marL="1828800" lvl="3" indent="-259080" rtl="0">
              <a:lnSpc>
                <a:spcPct val="115000"/>
              </a:lnSpc>
              <a:spcBef>
                <a:spcPts val="0"/>
              </a:spcBef>
              <a:spcAft>
                <a:spcPts val="0"/>
              </a:spcAft>
              <a:buClr>
                <a:srgbClr val="434343"/>
              </a:buClr>
              <a:buSzPts val="480"/>
              <a:buFont typeface="Roboto Condensed Light"/>
              <a:buAutoNum type="arabicPeriod"/>
              <a:defRPr>
                <a:solidFill>
                  <a:srgbClr val="434343"/>
                </a:solidFill>
              </a:defRPr>
            </a:lvl4pPr>
            <a:lvl5pPr marL="2286000" lvl="4" indent="-259079" rtl="0">
              <a:lnSpc>
                <a:spcPct val="115000"/>
              </a:lnSpc>
              <a:spcBef>
                <a:spcPts val="0"/>
              </a:spcBef>
              <a:spcAft>
                <a:spcPts val="0"/>
              </a:spcAft>
              <a:buClr>
                <a:srgbClr val="434343"/>
              </a:buClr>
              <a:buSzPts val="480"/>
              <a:buFont typeface="Roboto Condensed Light"/>
              <a:buAutoNum type="alphaLcPeriod"/>
              <a:defRPr>
                <a:solidFill>
                  <a:srgbClr val="434343"/>
                </a:solidFill>
              </a:defRPr>
            </a:lvl5pPr>
            <a:lvl6pPr marL="2743200" lvl="5" indent="-259079" rtl="0">
              <a:lnSpc>
                <a:spcPct val="115000"/>
              </a:lnSpc>
              <a:spcBef>
                <a:spcPts val="0"/>
              </a:spcBef>
              <a:spcAft>
                <a:spcPts val="0"/>
              </a:spcAft>
              <a:buClr>
                <a:srgbClr val="434343"/>
              </a:buClr>
              <a:buSzPts val="480"/>
              <a:buFont typeface="Roboto Condensed Light"/>
              <a:buAutoNum type="romanLcPeriod"/>
              <a:defRPr>
                <a:solidFill>
                  <a:srgbClr val="434343"/>
                </a:solidFill>
              </a:defRPr>
            </a:lvl6pPr>
            <a:lvl7pPr marL="3200400" lvl="6" indent="-259079" rtl="0">
              <a:lnSpc>
                <a:spcPct val="115000"/>
              </a:lnSpc>
              <a:spcBef>
                <a:spcPts val="0"/>
              </a:spcBef>
              <a:spcAft>
                <a:spcPts val="0"/>
              </a:spcAft>
              <a:buClr>
                <a:srgbClr val="434343"/>
              </a:buClr>
              <a:buSzPts val="480"/>
              <a:buFont typeface="Roboto Condensed Light"/>
              <a:buAutoNum type="arabicPeriod"/>
              <a:defRPr>
                <a:solidFill>
                  <a:srgbClr val="434343"/>
                </a:solidFill>
              </a:defRPr>
            </a:lvl7pPr>
            <a:lvl8pPr marL="3657600" lvl="7" indent="-259079" rtl="0">
              <a:lnSpc>
                <a:spcPct val="115000"/>
              </a:lnSpc>
              <a:spcBef>
                <a:spcPts val="0"/>
              </a:spcBef>
              <a:spcAft>
                <a:spcPts val="0"/>
              </a:spcAft>
              <a:buClr>
                <a:srgbClr val="434343"/>
              </a:buClr>
              <a:buSzPts val="480"/>
              <a:buFont typeface="Roboto Condensed Light"/>
              <a:buAutoNum type="alphaLcPeriod"/>
              <a:defRPr>
                <a:solidFill>
                  <a:srgbClr val="434343"/>
                </a:solidFill>
              </a:defRPr>
            </a:lvl8pPr>
            <a:lvl9pPr marL="4114800" lvl="8" indent="-259079" rtl="0">
              <a:lnSpc>
                <a:spcPct val="115000"/>
              </a:lnSpc>
              <a:spcBef>
                <a:spcPts val="0"/>
              </a:spcBef>
              <a:spcAft>
                <a:spcPts val="0"/>
              </a:spcAft>
              <a:buClr>
                <a:srgbClr val="434343"/>
              </a:buClr>
              <a:buSzPts val="480"/>
              <a:buFont typeface="Roboto Condensed Light"/>
              <a:buAutoNum type="romanLcPeriod"/>
              <a:defRPr>
                <a:solidFill>
                  <a:srgbClr val="434343"/>
                </a:solidFill>
              </a:defRPr>
            </a:lvl9pPr>
          </a:lstStyle>
          <a:p>
            <a:endParaRPr/>
          </a:p>
        </p:txBody>
      </p:sp>
      <p:sp>
        <p:nvSpPr>
          <p:cNvPr id="27" name="Google Shape;27;p4"/>
          <p:cNvSpPr txBox="1">
            <a:spLocks noGrp="1"/>
          </p:cNvSpPr>
          <p:nvPr>
            <p:ph type="title"/>
          </p:nvPr>
        </p:nvSpPr>
        <p:spPr>
          <a:xfrm>
            <a:off x="715050" y="358100"/>
            <a:ext cx="7713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800"/>
              <a:buFont typeface="Ramabhadra"/>
              <a:buNone/>
              <a:defRPr>
                <a:solidFill>
                  <a:schemeClr val="accent1"/>
                </a:solidFill>
              </a:defRPr>
            </a:lvl1pPr>
            <a:lvl2pPr lvl="1"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2pPr>
            <a:lvl3pPr lvl="2"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3pPr>
            <a:lvl4pPr lvl="3"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4pPr>
            <a:lvl5pPr lvl="4"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5pPr>
            <a:lvl6pPr lvl="5"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6pPr>
            <a:lvl7pPr lvl="6"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7pPr>
            <a:lvl8pPr lvl="7"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8pPr>
            <a:lvl9pPr lvl="8"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grpSp>
        <p:nvGrpSpPr>
          <p:cNvPr id="40" name="Google Shape;40;p6"/>
          <p:cNvGrpSpPr/>
          <p:nvPr/>
        </p:nvGrpSpPr>
        <p:grpSpPr>
          <a:xfrm>
            <a:off x="-373762" y="-87587"/>
            <a:ext cx="9942450" cy="5327175"/>
            <a:chOff x="-367875" y="0"/>
            <a:chExt cx="9942450" cy="5327175"/>
          </a:xfrm>
        </p:grpSpPr>
        <p:sp>
          <p:nvSpPr>
            <p:cNvPr id="41" name="Google Shape;41;p6"/>
            <p:cNvSpPr/>
            <p:nvPr/>
          </p:nvSpPr>
          <p:spPr>
            <a:xfrm flipH="1">
              <a:off x="8" y="0"/>
              <a:ext cx="1786242" cy="1144831"/>
            </a:xfrm>
            <a:custGeom>
              <a:avLst/>
              <a:gdLst/>
              <a:ahLst/>
              <a:cxnLst/>
              <a:rect l="l" t="t" r="r" b="b"/>
              <a:pathLst>
                <a:path w="25100" h="16087" extrusionOk="0">
                  <a:moveTo>
                    <a:pt x="1013" y="4144"/>
                  </a:moveTo>
                  <a:lnTo>
                    <a:pt x="6740" y="14824"/>
                  </a:lnTo>
                  <a:cubicBezTo>
                    <a:pt x="7156" y="15610"/>
                    <a:pt x="7966" y="16086"/>
                    <a:pt x="8859" y="16086"/>
                  </a:cubicBezTo>
                  <a:lnTo>
                    <a:pt x="25099" y="16086"/>
                  </a:lnTo>
                  <a:lnTo>
                    <a:pt x="25099" y="1"/>
                  </a:lnTo>
                  <a:lnTo>
                    <a:pt x="3513" y="1"/>
                  </a:lnTo>
                  <a:cubicBezTo>
                    <a:pt x="1370" y="1"/>
                    <a:pt x="1" y="2263"/>
                    <a:pt x="1013" y="4144"/>
                  </a:cubicBez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6"/>
            <p:cNvSpPr/>
            <p:nvPr/>
          </p:nvSpPr>
          <p:spPr>
            <a:xfrm>
              <a:off x="-139600" y="1021150"/>
              <a:ext cx="1136777" cy="306906"/>
            </a:xfrm>
            <a:custGeom>
              <a:avLst/>
              <a:gdLst/>
              <a:ahLst/>
              <a:cxnLst/>
              <a:rect l="l" t="t" r="r" b="b"/>
              <a:pathLst>
                <a:path w="22361" h="6037" extrusionOk="0">
                  <a:moveTo>
                    <a:pt x="19337" y="6037"/>
                  </a:moveTo>
                  <a:lnTo>
                    <a:pt x="3025" y="6037"/>
                  </a:lnTo>
                  <a:cubicBezTo>
                    <a:pt x="1358" y="6037"/>
                    <a:pt x="1" y="4679"/>
                    <a:pt x="1" y="3013"/>
                  </a:cubicBezTo>
                  <a:lnTo>
                    <a:pt x="1" y="3013"/>
                  </a:lnTo>
                  <a:cubicBezTo>
                    <a:pt x="1" y="1346"/>
                    <a:pt x="1358" y="0"/>
                    <a:pt x="3025" y="0"/>
                  </a:cubicBezTo>
                  <a:lnTo>
                    <a:pt x="19337" y="0"/>
                  </a:lnTo>
                  <a:cubicBezTo>
                    <a:pt x="21004" y="0"/>
                    <a:pt x="22361" y="1346"/>
                    <a:pt x="22361" y="3013"/>
                  </a:cubicBezTo>
                  <a:lnTo>
                    <a:pt x="22361" y="3013"/>
                  </a:lnTo>
                  <a:cubicBezTo>
                    <a:pt x="22361" y="4679"/>
                    <a:pt x="21004" y="6037"/>
                    <a:pt x="19337" y="6037"/>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6"/>
            <p:cNvSpPr/>
            <p:nvPr/>
          </p:nvSpPr>
          <p:spPr>
            <a:xfrm>
              <a:off x="-367875" y="1234875"/>
              <a:ext cx="1136777" cy="306906"/>
            </a:xfrm>
            <a:custGeom>
              <a:avLst/>
              <a:gdLst/>
              <a:ahLst/>
              <a:cxnLst/>
              <a:rect l="l" t="t" r="r" b="b"/>
              <a:pathLst>
                <a:path w="22361" h="6037" extrusionOk="0">
                  <a:moveTo>
                    <a:pt x="19337" y="6037"/>
                  </a:moveTo>
                  <a:lnTo>
                    <a:pt x="3025" y="6037"/>
                  </a:lnTo>
                  <a:cubicBezTo>
                    <a:pt x="1358" y="6037"/>
                    <a:pt x="1" y="4679"/>
                    <a:pt x="1" y="3013"/>
                  </a:cubicBezTo>
                  <a:lnTo>
                    <a:pt x="1" y="3013"/>
                  </a:lnTo>
                  <a:cubicBezTo>
                    <a:pt x="1" y="1346"/>
                    <a:pt x="1358" y="0"/>
                    <a:pt x="3025" y="0"/>
                  </a:cubicBezTo>
                  <a:lnTo>
                    <a:pt x="19337" y="0"/>
                  </a:lnTo>
                  <a:cubicBezTo>
                    <a:pt x="21004" y="0"/>
                    <a:pt x="22361" y="1346"/>
                    <a:pt x="22361" y="3013"/>
                  </a:cubicBezTo>
                  <a:lnTo>
                    <a:pt x="22361" y="3013"/>
                  </a:lnTo>
                  <a:cubicBezTo>
                    <a:pt x="22361" y="4679"/>
                    <a:pt x="21004" y="6037"/>
                    <a:pt x="19337" y="6037"/>
                  </a:cubicBez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a:off x="8588475" y="3651375"/>
              <a:ext cx="986100" cy="1675800"/>
            </a:xfrm>
            <a:prstGeom prst="round2SameRect">
              <a:avLst>
                <a:gd name="adj1" fmla="val 16667"/>
                <a:gd name="adj2" fmla="val 0"/>
              </a:avLst>
            </a:pr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15050" y="358100"/>
            <a:ext cx="7713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800"/>
              <a:buFont typeface="Ramabhadra"/>
              <a:buNone/>
              <a:defRPr>
                <a:solidFill>
                  <a:schemeClr val="accent1"/>
                </a:solidFill>
              </a:defRPr>
            </a:lvl1pPr>
            <a:lvl2pPr lvl="1"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2pPr>
            <a:lvl3pPr lvl="2"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3pPr>
            <a:lvl4pPr lvl="3"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4pPr>
            <a:lvl5pPr lvl="4"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5pPr>
            <a:lvl6pPr lvl="5"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6pPr>
            <a:lvl7pPr lvl="6"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7pPr>
            <a:lvl8pPr lvl="7"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8pPr>
            <a:lvl9pPr lvl="8"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pic>
        <p:nvPicPr>
          <p:cNvPr id="62" name="Google Shape;62;p9"/>
          <p:cNvPicPr preferRelativeResize="0"/>
          <p:nvPr/>
        </p:nvPicPr>
        <p:blipFill>
          <a:blip r:embed="rId2">
            <a:alphaModFix/>
          </a:blip>
          <a:stretch>
            <a:fillRect/>
          </a:stretch>
        </p:blipFill>
        <p:spPr>
          <a:xfrm rot="-5400000" flipH="1">
            <a:off x="5185052" y="810537"/>
            <a:ext cx="5423976" cy="3241926"/>
          </a:xfrm>
          <a:prstGeom prst="rect">
            <a:avLst/>
          </a:prstGeom>
          <a:noFill/>
          <a:ln>
            <a:noFill/>
          </a:ln>
        </p:spPr>
      </p:pic>
      <p:sp>
        <p:nvSpPr>
          <p:cNvPr id="63" name="Google Shape;63;p9"/>
          <p:cNvSpPr/>
          <p:nvPr/>
        </p:nvSpPr>
        <p:spPr>
          <a:xfrm rot="10800000">
            <a:off x="7762800" y="-119175"/>
            <a:ext cx="1381200" cy="2023500"/>
          </a:xfrm>
          <a:prstGeom prst="round1Rect">
            <a:avLst>
              <a:gd name="adj" fmla="val 50000"/>
            </a:avLst>
          </a:prstGeom>
          <a:gradFill>
            <a:gsLst>
              <a:gs pos="0">
                <a:schemeClr val="accent1"/>
              </a:gs>
              <a:gs pos="63000">
                <a:srgbClr val="194175"/>
              </a:gs>
              <a:gs pos="100000">
                <a:schemeClr val="accen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9"/>
          <p:cNvSpPr/>
          <p:nvPr/>
        </p:nvSpPr>
        <p:spPr>
          <a:xfrm rot="10800000" flipH="1">
            <a:off x="6943304" y="2560037"/>
            <a:ext cx="2200736" cy="2583466"/>
          </a:xfrm>
          <a:custGeom>
            <a:avLst/>
            <a:gdLst/>
            <a:ahLst/>
            <a:cxnLst/>
            <a:rect l="l" t="t" r="r" b="b"/>
            <a:pathLst>
              <a:path w="30112" h="35350" extrusionOk="0">
                <a:moveTo>
                  <a:pt x="30111" y="0"/>
                </a:moveTo>
                <a:lnTo>
                  <a:pt x="0" y="0"/>
                </a:lnTo>
                <a:lnTo>
                  <a:pt x="17169" y="32016"/>
                </a:lnTo>
                <a:cubicBezTo>
                  <a:pt x="18265" y="34064"/>
                  <a:pt x="20408" y="35350"/>
                  <a:pt x="22753" y="35350"/>
                </a:cubicBezTo>
                <a:lnTo>
                  <a:pt x="30111" y="35350"/>
                </a:ln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a:off x="6723450" y="3680725"/>
            <a:ext cx="1313592" cy="1462763"/>
          </a:xfrm>
          <a:custGeom>
            <a:avLst/>
            <a:gdLst/>
            <a:ahLst/>
            <a:cxnLst/>
            <a:rect l="l" t="t" r="r" b="b"/>
            <a:pathLst>
              <a:path w="26004" h="28957" extrusionOk="0">
                <a:moveTo>
                  <a:pt x="16931" y="1"/>
                </a:moveTo>
                <a:cubicBezTo>
                  <a:pt x="16062" y="1"/>
                  <a:pt x="15276" y="477"/>
                  <a:pt x="14871" y="1239"/>
                </a:cubicBezTo>
                <a:lnTo>
                  <a:pt x="0" y="28957"/>
                </a:lnTo>
                <a:lnTo>
                  <a:pt x="11490" y="28957"/>
                </a:lnTo>
                <a:lnTo>
                  <a:pt x="25182" y="3418"/>
                </a:lnTo>
                <a:cubicBezTo>
                  <a:pt x="26003" y="1870"/>
                  <a:pt x="24872" y="1"/>
                  <a:pt x="231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 name="Google Shape;66;p9"/>
          <p:cNvCxnSpPr/>
          <p:nvPr/>
        </p:nvCxnSpPr>
        <p:spPr>
          <a:xfrm rot="10800000" flipH="1">
            <a:off x="7027600" y="2440309"/>
            <a:ext cx="803700" cy="1498500"/>
          </a:xfrm>
          <a:prstGeom prst="straightConnector1">
            <a:avLst/>
          </a:prstGeom>
          <a:noFill/>
          <a:ln w="19050" cap="flat" cmpd="sng">
            <a:solidFill>
              <a:schemeClr val="accent2"/>
            </a:solidFill>
            <a:prstDash val="solid"/>
            <a:round/>
            <a:headEnd type="none" w="med" len="med"/>
            <a:tailEnd type="none" w="med" len="med"/>
          </a:ln>
        </p:spPr>
      </p:cxnSp>
      <p:sp>
        <p:nvSpPr>
          <p:cNvPr id="67" name="Google Shape;67;p9"/>
          <p:cNvSpPr txBox="1">
            <a:spLocks noGrp="1"/>
          </p:cNvSpPr>
          <p:nvPr>
            <p:ph type="title"/>
          </p:nvPr>
        </p:nvSpPr>
        <p:spPr>
          <a:xfrm>
            <a:off x="715100" y="1358400"/>
            <a:ext cx="3838200" cy="12525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Clr>
                <a:schemeClr val="accent3"/>
              </a:buClr>
              <a:buSzPts val="3200"/>
              <a:buNone/>
              <a:defRPr sz="4000"/>
            </a:lvl1pPr>
            <a:lvl2pPr lvl="1" algn="l" rtl="0">
              <a:lnSpc>
                <a:spcPct val="100000"/>
              </a:lnSpc>
              <a:spcBef>
                <a:spcPts val="0"/>
              </a:spcBef>
              <a:spcAft>
                <a:spcPts val="0"/>
              </a:spcAft>
              <a:buClr>
                <a:schemeClr val="accent3"/>
              </a:buClr>
              <a:buSzPts val="3200"/>
              <a:buNone/>
              <a:defRPr>
                <a:solidFill>
                  <a:schemeClr val="accent3"/>
                </a:solidFill>
              </a:defRPr>
            </a:lvl2pPr>
            <a:lvl3pPr lvl="2" algn="l" rtl="0">
              <a:lnSpc>
                <a:spcPct val="100000"/>
              </a:lnSpc>
              <a:spcBef>
                <a:spcPts val="0"/>
              </a:spcBef>
              <a:spcAft>
                <a:spcPts val="0"/>
              </a:spcAft>
              <a:buClr>
                <a:schemeClr val="accent3"/>
              </a:buClr>
              <a:buSzPts val="3200"/>
              <a:buNone/>
              <a:defRPr>
                <a:solidFill>
                  <a:schemeClr val="accent3"/>
                </a:solidFill>
              </a:defRPr>
            </a:lvl3pPr>
            <a:lvl4pPr lvl="3" algn="l" rtl="0">
              <a:lnSpc>
                <a:spcPct val="100000"/>
              </a:lnSpc>
              <a:spcBef>
                <a:spcPts val="0"/>
              </a:spcBef>
              <a:spcAft>
                <a:spcPts val="0"/>
              </a:spcAft>
              <a:buClr>
                <a:schemeClr val="accent3"/>
              </a:buClr>
              <a:buSzPts val="3200"/>
              <a:buNone/>
              <a:defRPr>
                <a:solidFill>
                  <a:schemeClr val="accent3"/>
                </a:solidFill>
              </a:defRPr>
            </a:lvl4pPr>
            <a:lvl5pPr lvl="4" algn="l" rtl="0">
              <a:lnSpc>
                <a:spcPct val="100000"/>
              </a:lnSpc>
              <a:spcBef>
                <a:spcPts val="0"/>
              </a:spcBef>
              <a:spcAft>
                <a:spcPts val="0"/>
              </a:spcAft>
              <a:buClr>
                <a:schemeClr val="accent3"/>
              </a:buClr>
              <a:buSzPts val="3200"/>
              <a:buNone/>
              <a:defRPr>
                <a:solidFill>
                  <a:schemeClr val="accent3"/>
                </a:solidFill>
              </a:defRPr>
            </a:lvl5pPr>
            <a:lvl6pPr lvl="5" algn="l" rtl="0">
              <a:lnSpc>
                <a:spcPct val="100000"/>
              </a:lnSpc>
              <a:spcBef>
                <a:spcPts val="0"/>
              </a:spcBef>
              <a:spcAft>
                <a:spcPts val="0"/>
              </a:spcAft>
              <a:buClr>
                <a:schemeClr val="accent3"/>
              </a:buClr>
              <a:buSzPts val="3200"/>
              <a:buNone/>
              <a:defRPr>
                <a:solidFill>
                  <a:schemeClr val="accent3"/>
                </a:solidFill>
              </a:defRPr>
            </a:lvl6pPr>
            <a:lvl7pPr lvl="6" algn="l" rtl="0">
              <a:lnSpc>
                <a:spcPct val="100000"/>
              </a:lnSpc>
              <a:spcBef>
                <a:spcPts val="0"/>
              </a:spcBef>
              <a:spcAft>
                <a:spcPts val="0"/>
              </a:spcAft>
              <a:buClr>
                <a:schemeClr val="accent3"/>
              </a:buClr>
              <a:buSzPts val="3200"/>
              <a:buNone/>
              <a:defRPr>
                <a:solidFill>
                  <a:schemeClr val="accent3"/>
                </a:solidFill>
              </a:defRPr>
            </a:lvl7pPr>
            <a:lvl8pPr lvl="7" algn="l" rtl="0">
              <a:lnSpc>
                <a:spcPct val="100000"/>
              </a:lnSpc>
              <a:spcBef>
                <a:spcPts val="0"/>
              </a:spcBef>
              <a:spcAft>
                <a:spcPts val="0"/>
              </a:spcAft>
              <a:buClr>
                <a:schemeClr val="accent3"/>
              </a:buClr>
              <a:buSzPts val="3200"/>
              <a:buNone/>
              <a:defRPr>
                <a:solidFill>
                  <a:schemeClr val="accent3"/>
                </a:solidFill>
              </a:defRPr>
            </a:lvl8pPr>
            <a:lvl9pPr lvl="8" algn="l" rtl="0">
              <a:lnSpc>
                <a:spcPct val="100000"/>
              </a:lnSpc>
              <a:spcBef>
                <a:spcPts val="0"/>
              </a:spcBef>
              <a:spcAft>
                <a:spcPts val="0"/>
              </a:spcAft>
              <a:buClr>
                <a:schemeClr val="accent3"/>
              </a:buClr>
              <a:buSzPts val="3200"/>
              <a:buNone/>
              <a:defRPr>
                <a:solidFill>
                  <a:schemeClr val="accent3"/>
                </a:solidFill>
              </a:defRPr>
            </a:lvl9pPr>
          </a:lstStyle>
          <a:p>
            <a:endParaRPr/>
          </a:p>
        </p:txBody>
      </p:sp>
      <p:sp>
        <p:nvSpPr>
          <p:cNvPr id="68" name="Google Shape;68;p9"/>
          <p:cNvSpPr txBox="1">
            <a:spLocks noGrp="1"/>
          </p:cNvSpPr>
          <p:nvPr>
            <p:ph type="subTitle" idx="1"/>
          </p:nvPr>
        </p:nvSpPr>
        <p:spPr>
          <a:xfrm>
            <a:off x="715100" y="2610900"/>
            <a:ext cx="3838200" cy="1174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8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82"/>
        <p:cNvGrpSpPr/>
        <p:nvPr/>
      </p:nvGrpSpPr>
      <p:grpSpPr>
        <a:xfrm>
          <a:off x="0" y="0"/>
          <a:ext cx="0" cy="0"/>
          <a:chOff x="0" y="0"/>
          <a:chExt cx="0" cy="0"/>
        </a:xfrm>
      </p:grpSpPr>
      <p:grpSp>
        <p:nvGrpSpPr>
          <p:cNvPr id="83" name="Google Shape;83;p13"/>
          <p:cNvGrpSpPr/>
          <p:nvPr/>
        </p:nvGrpSpPr>
        <p:grpSpPr>
          <a:xfrm>
            <a:off x="0" y="0"/>
            <a:ext cx="9169942" cy="5152382"/>
            <a:chOff x="0" y="0"/>
            <a:chExt cx="9169942" cy="5152382"/>
          </a:xfrm>
        </p:grpSpPr>
        <p:sp>
          <p:nvSpPr>
            <p:cNvPr id="84" name="Google Shape;84;p13"/>
            <p:cNvSpPr/>
            <p:nvPr/>
          </p:nvSpPr>
          <p:spPr>
            <a:xfrm>
              <a:off x="7291225" y="2826975"/>
              <a:ext cx="1852769" cy="2325407"/>
            </a:xfrm>
            <a:custGeom>
              <a:avLst/>
              <a:gdLst/>
              <a:ahLst/>
              <a:cxnLst/>
              <a:rect l="l" t="t" r="r" b="b"/>
              <a:pathLst>
                <a:path w="54234" h="68069" extrusionOk="0">
                  <a:moveTo>
                    <a:pt x="34553" y="2906"/>
                  </a:moveTo>
                  <a:lnTo>
                    <a:pt x="1" y="67866"/>
                  </a:lnTo>
                  <a:lnTo>
                    <a:pt x="54234" y="68068"/>
                  </a:lnTo>
                  <a:lnTo>
                    <a:pt x="54234" y="0"/>
                  </a:lnTo>
                  <a:lnTo>
                    <a:pt x="39399" y="0"/>
                  </a:lnTo>
                  <a:cubicBezTo>
                    <a:pt x="37363" y="0"/>
                    <a:pt x="35505" y="1120"/>
                    <a:pt x="34553" y="2906"/>
                  </a:cubicBez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rot="10800000">
              <a:off x="0" y="0"/>
              <a:ext cx="1852769" cy="2325407"/>
            </a:xfrm>
            <a:custGeom>
              <a:avLst/>
              <a:gdLst/>
              <a:ahLst/>
              <a:cxnLst/>
              <a:rect l="l" t="t" r="r" b="b"/>
              <a:pathLst>
                <a:path w="54234" h="68069" extrusionOk="0">
                  <a:moveTo>
                    <a:pt x="34553" y="2906"/>
                  </a:moveTo>
                  <a:lnTo>
                    <a:pt x="1" y="67866"/>
                  </a:lnTo>
                  <a:lnTo>
                    <a:pt x="54234" y="68068"/>
                  </a:lnTo>
                  <a:lnTo>
                    <a:pt x="54234" y="0"/>
                  </a:lnTo>
                  <a:lnTo>
                    <a:pt x="39399" y="0"/>
                  </a:lnTo>
                  <a:cubicBezTo>
                    <a:pt x="37363" y="0"/>
                    <a:pt x="35505" y="1120"/>
                    <a:pt x="34553" y="2906"/>
                  </a:cubicBez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p:nvPr/>
          </p:nvSpPr>
          <p:spPr>
            <a:xfrm>
              <a:off x="0" y="0"/>
              <a:ext cx="839392" cy="934332"/>
            </a:xfrm>
            <a:custGeom>
              <a:avLst/>
              <a:gdLst/>
              <a:ahLst/>
              <a:cxnLst/>
              <a:rect l="l" t="t" r="r" b="b"/>
              <a:pathLst>
                <a:path w="13884" h="15455" extrusionOk="0">
                  <a:moveTo>
                    <a:pt x="9037" y="15454"/>
                  </a:moveTo>
                  <a:lnTo>
                    <a:pt x="12335" y="15454"/>
                  </a:lnTo>
                  <a:cubicBezTo>
                    <a:pt x="13276" y="15454"/>
                    <a:pt x="13883" y="14454"/>
                    <a:pt x="13443" y="13633"/>
                  </a:cubicBezTo>
                  <a:lnTo>
                    <a:pt x="6132" y="0"/>
                  </a:lnTo>
                  <a:lnTo>
                    <a:pt x="0" y="0"/>
                  </a:lnTo>
                  <a:lnTo>
                    <a:pt x="7930" y="14799"/>
                  </a:lnTo>
                  <a:cubicBezTo>
                    <a:pt x="8144" y="15204"/>
                    <a:pt x="8573" y="15454"/>
                    <a:pt x="9037" y="15454"/>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p:nvPr/>
          </p:nvSpPr>
          <p:spPr>
            <a:xfrm rot="10800000">
              <a:off x="8330550" y="4218050"/>
              <a:ext cx="839392" cy="934332"/>
            </a:xfrm>
            <a:custGeom>
              <a:avLst/>
              <a:gdLst/>
              <a:ahLst/>
              <a:cxnLst/>
              <a:rect l="l" t="t" r="r" b="b"/>
              <a:pathLst>
                <a:path w="13884" h="15455" extrusionOk="0">
                  <a:moveTo>
                    <a:pt x="9037" y="15454"/>
                  </a:moveTo>
                  <a:lnTo>
                    <a:pt x="12335" y="15454"/>
                  </a:lnTo>
                  <a:cubicBezTo>
                    <a:pt x="13276" y="15454"/>
                    <a:pt x="13883" y="14454"/>
                    <a:pt x="13443" y="13633"/>
                  </a:cubicBezTo>
                  <a:lnTo>
                    <a:pt x="6132" y="0"/>
                  </a:lnTo>
                  <a:lnTo>
                    <a:pt x="0" y="0"/>
                  </a:lnTo>
                  <a:lnTo>
                    <a:pt x="7930" y="14799"/>
                  </a:lnTo>
                  <a:cubicBezTo>
                    <a:pt x="8144" y="15204"/>
                    <a:pt x="8573" y="15454"/>
                    <a:pt x="9037" y="15454"/>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 name="Google Shape;88;p13"/>
            <p:cNvCxnSpPr/>
            <p:nvPr/>
          </p:nvCxnSpPr>
          <p:spPr>
            <a:xfrm rot="10800000" flipH="1">
              <a:off x="456175" y="677234"/>
              <a:ext cx="803700" cy="1498500"/>
            </a:xfrm>
            <a:prstGeom prst="straightConnector1">
              <a:avLst/>
            </a:prstGeom>
            <a:noFill/>
            <a:ln w="19050" cap="flat" cmpd="sng">
              <a:solidFill>
                <a:schemeClr val="lt1"/>
              </a:solidFill>
              <a:prstDash val="solid"/>
              <a:round/>
              <a:headEnd type="none" w="med" len="med"/>
              <a:tailEnd type="none" w="med" len="med"/>
            </a:ln>
          </p:spPr>
        </p:cxnSp>
        <p:cxnSp>
          <p:nvCxnSpPr>
            <p:cNvPr id="89" name="Google Shape;89;p13"/>
            <p:cNvCxnSpPr/>
            <p:nvPr/>
          </p:nvCxnSpPr>
          <p:spPr>
            <a:xfrm rot="10800000" flipH="1">
              <a:off x="7900850" y="2989309"/>
              <a:ext cx="803700" cy="1498500"/>
            </a:xfrm>
            <a:prstGeom prst="straightConnector1">
              <a:avLst/>
            </a:prstGeom>
            <a:noFill/>
            <a:ln w="19050" cap="flat" cmpd="sng">
              <a:solidFill>
                <a:schemeClr val="lt1"/>
              </a:solidFill>
              <a:prstDash val="solid"/>
              <a:round/>
              <a:headEnd type="none" w="med" len="med"/>
              <a:tailEnd type="none" w="med" len="med"/>
            </a:ln>
          </p:spPr>
        </p:cxnSp>
      </p:grpSp>
      <p:sp>
        <p:nvSpPr>
          <p:cNvPr id="90" name="Google Shape;90;p13"/>
          <p:cNvSpPr txBox="1">
            <a:spLocks noGrp="1"/>
          </p:cNvSpPr>
          <p:nvPr>
            <p:ph type="title"/>
          </p:nvPr>
        </p:nvSpPr>
        <p:spPr>
          <a:xfrm>
            <a:off x="2751500" y="3088700"/>
            <a:ext cx="36405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91" name="Google Shape;91;p13"/>
          <p:cNvSpPr txBox="1">
            <a:spLocks noGrp="1"/>
          </p:cNvSpPr>
          <p:nvPr>
            <p:ph type="subTitle" idx="1"/>
          </p:nvPr>
        </p:nvSpPr>
        <p:spPr>
          <a:xfrm>
            <a:off x="837600" y="1522900"/>
            <a:ext cx="7468800" cy="1530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30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00"/>
        <p:cNvGrpSpPr/>
        <p:nvPr/>
      </p:nvGrpSpPr>
      <p:grpSpPr>
        <a:xfrm>
          <a:off x="0" y="0"/>
          <a:ext cx="0" cy="0"/>
          <a:chOff x="0" y="0"/>
          <a:chExt cx="0" cy="0"/>
        </a:xfrm>
      </p:grpSpPr>
      <p:sp>
        <p:nvSpPr>
          <p:cNvPr id="101" name="Google Shape;101;p15"/>
          <p:cNvSpPr txBox="1">
            <a:spLocks noGrp="1"/>
          </p:cNvSpPr>
          <p:nvPr>
            <p:ph type="title"/>
          </p:nvPr>
        </p:nvSpPr>
        <p:spPr>
          <a:xfrm>
            <a:off x="720000" y="2730788"/>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200" b="1">
                <a:latin typeface="Montserrat"/>
                <a:ea typeface="Montserrat"/>
                <a:cs typeface="Montserrat"/>
                <a:sym typeface="Montserrat"/>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2" name="Google Shape;102;p15"/>
          <p:cNvSpPr txBox="1">
            <a:spLocks noGrp="1"/>
          </p:cNvSpPr>
          <p:nvPr>
            <p:ph type="subTitle" idx="1"/>
          </p:nvPr>
        </p:nvSpPr>
        <p:spPr>
          <a:xfrm>
            <a:off x="720000" y="325848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accent1"/>
                </a:solidFill>
                <a:latin typeface="Raleway Medium"/>
                <a:ea typeface="Raleway Medium"/>
                <a:cs typeface="Raleway Medium"/>
                <a:sym typeface="Raleway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3" name="Google Shape;103;p15"/>
          <p:cNvSpPr txBox="1">
            <a:spLocks noGrp="1"/>
          </p:cNvSpPr>
          <p:nvPr>
            <p:ph type="title" idx="2"/>
          </p:nvPr>
        </p:nvSpPr>
        <p:spPr>
          <a:xfrm>
            <a:off x="3403800" y="2730788"/>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200" b="1">
                <a:latin typeface="Montserrat"/>
                <a:ea typeface="Montserrat"/>
                <a:cs typeface="Montserrat"/>
                <a:sym typeface="Montserrat"/>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4" name="Google Shape;104;p15"/>
          <p:cNvSpPr txBox="1">
            <a:spLocks noGrp="1"/>
          </p:cNvSpPr>
          <p:nvPr>
            <p:ph type="subTitle" idx="3"/>
          </p:nvPr>
        </p:nvSpPr>
        <p:spPr>
          <a:xfrm>
            <a:off x="3403800" y="325848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accent1"/>
                </a:solidFill>
                <a:latin typeface="Raleway Medium"/>
                <a:ea typeface="Raleway Medium"/>
                <a:cs typeface="Raleway Medium"/>
                <a:sym typeface="Raleway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5" name="Google Shape;105;p15"/>
          <p:cNvSpPr txBox="1">
            <a:spLocks noGrp="1"/>
          </p:cNvSpPr>
          <p:nvPr>
            <p:ph type="title" idx="4"/>
          </p:nvPr>
        </p:nvSpPr>
        <p:spPr>
          <a:xfrm>
            <a:off x="6087600" y="2730788"/>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200" b="1">
                <a:latin typeface="Montserrat"/>
                <a:ea typeface="Montserrat"/>
                <a:cs typeface="Montserrat"/>
                <a:sym typeface="Montserrat"/>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6" name="Google Shape;106;p15"/>
          <p:cNvSpPr txBox="1">
            <a:spLocks noGrp="1"/>
          </p:cNvSpPr>
          <p:nvPr>
            <p:ph type="subTitle" idx="5"/>
          </p:nvPr>
        </p:nvSpPr>
        <p:spPr>
          <a:xfrm>
            <a:off x="6087600" y="325848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accent1"/>
                </a:solidFill>
                <a:latin typeface="Raleway Medium"/>
                <a:ea typeface="Raleway Medium"/>
                <a:cs typeface="Raleway Medium"/>
                <a:sym typeface="Raleway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 name="Google Shape;107;p15"/>
          <p:cNvSpPr txBox="1">
            <a:spLocks noGrp="1"/>
          </p:cNvSpPr>
          <p:nvPr>
            <p:ph type="title" idx="6"/>
          </p:nvPr>
        </p:nvSpPr>
        <p:spPr>
          <a:xfrm>
            <a:off x="715050" y="358100"/>
            <a:ext cx="77139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Ramabhadra"/>
              <a:buNone/>
              <a:defRPr sz="3600">
                <a:solidFill>
                  <a:schemeClr val="accent1"/>
                </a:solidFill>
              </a:defRPr>
            </a:lvl1pPr>
            <a:lvl2pPr lvl="1"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2pPr>
            <a:lvl3pPr lvl="2"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3pPr>
            <a:lvl4pPr lvl="3"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4pPr>
            <a:lvl5pPr lvl="4"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5pPr>
            <a:lvl6pPr lvl="5"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6pPr>
            <a:lvl7pPr lvl="6"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7pPr>
            <a:lvl8pPr lvl="7"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8pPr>
            <a:lvl9pPr lvl="8"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9pPr>
          </a:lstStyle>
          <a:p>
            <a:endParaRPr/>
          </a:p>
        </p:txBody>
      </p:sp>
      <p:sp>
        <p:nvSpPr>
          <p:cNvPr id="108" name="Google Shape;108;p15"/>
          <p:cNvSpPr/>
          <p:nvPr/>
        </p:nvSpPr>
        <p:spPr>
          <a:xfrm>
            <a:off x="-204000" y="4253900"/>
            <a:ext cx="1820700" cy="1081500"/>
          </a:xfrm>
          <a:prstGeom prst="round2DiagRect">
            <a:avLst>
              <a:gd name="adj1" fmla="val 50000"/>
              <a:gd name="adj2" fmla="val 0"/>
            </a:avLst>
          </a:prstGeom>
          <a:gradFill>
            <a:gsLst>
              <a:gs pos="0">
                <a:schemeClr val="accent1"/>
              </a:gs>
              <a:gs pos="63000">
                <a:srgbClr val="194175"/>
              </a:gs>
              <a:gs pos="100000">
                <a:schemeClr val="accen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5"/>
          <p:cNvSpPr/>
          <p:nvPr/>
        </p:nvSpPr>
        <p:spPr>
          <a:xfrm>
            <a:off x="346725" y="4802700"/>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5"/>
          <p:cNvSpPr/>
          <p:nvPr/>
        </p:nvSpPr>
        <p:spPr>
          <a:xfrm rot="-5400000">
            <a:off x="7345800" y="594725"/>
            <a:ext cx="3009900" cy="691200"/>
          </a:xfrm>
          <a:prstGeom prst="roundRect">
            <a:avLst>
              <a:gd name="adj" fmla="val 50000"/>
            </a:avLst>
          </a:prstGeom>
          <a:gradFill>
            <a:gsLst>
              <a:gs pos="0">
                <a:schemeClr val="accent3"/>
              </a:gs>
              <a:gs pos="34000">
                <a:srgbClr val="FAB93C"/>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p:cNvSpPr/>
          <p:nvPr/>
        </p:nvSpPr>
        <p:spPr>
          <a:xfrm rot="10800000">
            <a:off x="7761600" y="-861800"/>
            <a:ext cx="953400" cy="1396800"/>
          </a:xfrm>
          <a:prstGeom prst="round1Rect">
            <a:avLst>
              <a:gd name="adj" fmla="val 50000"/>
            </a:avLst>
          </a:prstGeom>
          <a:gradFill>
            <a:gsLst>
              <a:gs pos="0">
                <a:schemeClr val="accent1"/>
              </a:gs>
              <a:gs pos="63000">
                <a:srgbClr val="194175"/>
              </a:gs>
              <a:gs pos="100000">
                <a:schemeClr val="accen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
    <p:spTree>
      <p:nvGrpSpPr>
        <p:cNvPr id="1" name="Shape 130"/>
        <p:cNvGrpSpPr/>
        <p:nvPr/>
      </p:nvGrpSpPr>
      <p:grpSpPr>
        <a:xfrm>
          <a:off x="0" y="0"/>
          <a:ext cx="0" cy="0"/>
          <a:chOff x="0" y="0"/>
          <a:chExt cx="0" cy="0"/>
        </a:xfrm>
      </p:grpSpPr>
      <p:grpSp>
        <p:nvGrpSpPr>
          <p:cNvPr id="131" name="Google Shape;131;p17"/>
          <p:cNvGrpSpPr/>
          <p:nvPr/>
        </p:nvGrpSpPr>
        <p:grpSpPr>
          <a:xfrm>
            <a:off x="-21600" y="-472925"/>
            <a:ext cx="9728200" cy="6002555"/>
            <a:chOff x="-21600" y="-472925"/>
            <a:chExt cx="9728200" cy="6002555"/>
          </a:xfrm>
        </p:grpSpPr>
        <p:sp>
          <p:nvSpPr>
            <p:cNvPr id="132" name="Google Shape;132;p17"/>
            <p:cNvSpPr/>
            <p:nvPr/>
          </p:nvSpPr>
          <p:spPr>
            <a:xfrm>
              <a:off x="7617098" y="4237818"/>
              <a:ext cx="2089501" cy="1291812"/>
            </a:xfrm>
            <a:custGeom>
              <a:avLst/>
              <a:gdLst/>
              <a:ahLst/>
              <a:cxnLst/>
              <a:rect l="l" t="t" r="r" b="b"/>
              <a:pathLst>
                <a:path w="56317" h="33350" extrusionOk="0">
                  <a:moveTo>
                    <a:pt x="56317" y="33350"/>
                  </a:moveTo>
                  <a:lnTo>
                    <a:pt x="56317" y="0"/>
                  </a:lnTo>
                  <a:lnTo>
                    <a:pt x="20074" y="0"/>
                  </a:lnTo>
                  <a:cubicBezTo>
                    <a:pt x="18741" y="0"/>
                    <a:pt x="17514" y="739"/>
                    <a:pt x="16883" y="1905"/>
                  </a:cubicBezTo>
                  <a:lnTo>
                    <a:pt x="0" y="33350"/>
                  </a:lnTo>
                  <a:cubicBezTo>
                    <a:pt x="0" y="33350"/>
                    <a:pt x="53412" y="33326"/>
                    <a:pt x="56317" y="33350"/>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 name="Google Shape;133;p17"/>
            <p:cNvGrpSpPr/>
            <p:nvPr/>
          </p:nvGrpSpPr>
          <p:grpSpPr>
            <a:xfrm>
              <a:off x="-21600" y="-472925"/>
              <a:ext cx="1218325" cy="1833575"/>
              <a:chOff x="-21600" y="-472925"/>
              <a:chExt cx="1218325" cy="1833575"/>
            </a:xfrm>
          </p:grpSpPr>
          <p:sp>
            <p:nvSpPr>
              <p:cNvPr id="134" name="Google Shape;134;p17"/>
              <p:cNvSpPr/>
              <p:nvPr/>
            </p:nvSpPr>
            <p:spPr>
              <a:xfrm rot="10800000" flipH="1">
                <a:off x="-21600" y="-472925"/>
                <a:ext cx="1218325" cy="1833575"/>
              </a:xfrm>
              <a:custGeom>
                <a:avLst/>
                <a:gdLst/>
                <a:ahLst/>
                <a:cxnLst/>
                <a:rect l="l" t="t" r="r" b="b"/>
                <a:pathLst>
                  <a:path w="48733" h="73343" extrusionOk="0">
                    <a:moveTo>
                      <a:pt x="48732" y="73342"/>
                    </a:moveTo>
                    <a:lnTo>
                      <a:pt x="0" y="73342"/>
                    </a:lnTo>
                    <a:lnTo>
                      <a:pt x="0" y="0"/>
                    </a:lnTo>
                    <a:lnTo>
                      <a:pt x="45399" y="23932"/>
                    </a:lnTo>
                    <a:cubicBezTo>
                      <a:pt x="47447" y="25015"/>
                      <a:pt x="48732" y="27134"/>
                      <a:pt x="48732" y="29432"/>
                    </a:cubicBezTo>
                    <a:lnTo>
                      <a:pt x="48732" y="73342"/>
                    </a:ln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7"/>
              <p:cNvSpPr/>
              <p:nvPr/>
            </p:nvSpPr>
            <p:spPr>
              <a:xfrm rot="5400000" flipH="1">
                <a:off x="-290306" y="-195780"/>
                <a:ext cx="1407925" cy="870435"/>
              </a:xfrm>
              <a:custGeom>
                <a:avLst/>
                <a:gdLst/>
                <a:ahLst/>
                <a:cxnLst/>
                <a:rect l="l" t="t" r="r" b="b"/>
                <a:pathLst>
                  <a:path w="56317" h="33350" extrusionOk="0">
                    <a:moveTo>
                      <a:pt x="56317" y="33350"/>
                    </a:moveTo>
                    <a:lnTo>
                      <a:pt x="56317" y="0"/>
                    </a:lnTo>
                    <a:lnTo>
                      <a:pt x="20074" y="0"/>
                    </a:lnTo>
                    <a:cubicBezTo>
                      <a:pt x="18741" y="0"/>
                      <a:pt x="17514" y="739"/>
                      <a:pt x="16883" y="1905"/>
                    </a:cubicBezTo>
                    <a:lnTo>
                      <a:pt x="0" y="33350"/>
                    </a:lnTo>
                    <a:cubicBezTo>
                      <a:pt x="0" y="33350"/>
                      <a:pt x="53412" y="33326"/>
                      <a:pt x="56317" y="33350"/>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6" name="Google Shape;136;p17"/>
            <p:cNvCxnSpPr/>
            <p:nvPr/>
          </p:nvCxnSpPr>
          <p:spPr>
            <a:xfrm>
              <a:off x="7566300" y="4827634"/>
              <a:ext cx="1577700" cy="0"/>
            </a:xfrm>
            <a:prstGeom prst="straightConnector1">
              <a:avLst/>
            </a:prstGeom>
            <a:noFill/>
            <a:ln w="19050" cap="flat" cmpd="sng">
              <a:solidFill>
                <a:schemeClr val="accent2"/>
              </a:solidFill>
              <a:prstDash val="solid"/>
              <a:round/>
              <a:headEnd type="none" w="med" len="med"/>
              <a:tailEnd type="none" w="med" len="med"/>
            </a:ln>
          </p:spPr>
        </p:cxnSp>
      </p:grpSp>
      <p:sp>
        <p:nvSpPr>
          <p:cNvPr id="137" name="Google Shape;137;p17"/>
          <p:cNvSpPr txBox="1">
            <a:spLocks noGrp="1"/>
          </p:cNvSpPr>
          <p:nvPr>
            <p:ph type="title"/>
          </p:nvPr>
        </p:nvSpPr>
        <p:spPr>
          <a:xfrm>
            <a:off x="1519323" y="1610525"/>
            <a:ext cx="2328900" cy="527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200" b="1">
                <a:latin typeface="Montserrat"/>
                <a:ea typeface="Montserrat"/>
                <a:cs typeface="Montserrat"/>
                <a:sym typeface="Montserrat"/>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38" name="Google Shape;138;p17"/>
          <p:cNvSpPr txBox="1">
            <a:spLocks noGrp="1"/>
          </p:cNvSpPr>
          <p:nvPr>
            <p:ph type="subTitle" idx="1"/>
          </p:nvPr>
        </p:nvSpPr>
        <p:spPr>
          <a:xfrm>
            <a:off x="1519313" y="2273250"/>
            <a:ext cx="28671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39" name="Google Shape;139;p17"/>
          <p:cNvSpPr txBox="1">
            <a:spLocks noGrp="1"/>
          </p:cNvSpPr>
          <p:nvPr>
            <p:ph type="title" idx="2"/>
          </p:nvPr>
        </p:nvSpPr>
        <p:spPr>
          <a:xfrm>
            <a:off x="5561799" y="1610525"/>
            <a:ext cx="2328900" cy="527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200" b="1">
                <a:latin typeface="Montserrat"/>
                <a:ea typeface="Montserrat"/>
                <a:cs typeface="Montserrat"/>
                <a:sym typeface="Montserrat"/>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40" name="Google Shape;140;p17"/>
          <p:cNvSpPr txBox="1">
            <a:spLocks noGrp="1"/>
          </p:cNvSpPr>
          <p:nvPr>
            <p:ph type="subTitle" idx="3"/>
          </p:nvPr>
        </p:nvSpPr>
        <p:spPr>
          <a:xfrm>
            <a:off x="5561793" y="2273250"/>
            <a:ext cx="28671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41" name="Google Shape;141;p17"/>
          <p:cNvSpPr txBox="1">
            <a:spLocks noGrp="1"/>
          </p:cNvSpPr>
          <p:nvPr>
            <p:ph type="title" idx="4"/>
          </p:nvPr>
        </p:nvSpPr>
        <p:spPr>
          <a:xfrm>
            <a:off x="1519323" y="3196325"/>
            <a:ext cx="2328900" cy="527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200" b="1">
                <a:latin typeface="Montserrat"/>
                <a:ea typeface="Montserrat"/>
                <a:cs typeface="Montserrat"/>
                <a:sym typeface="Montserrat"/>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42" name="Google Shape;142;p17"/>
          <p:cNvSpPr txBox="1">
            <a:spLocks noGrp="1"/>
          </p:cNvSpPr>
          <p:nvPr>
            <p:ph type="subTitle" idx="5"/>
          </p:nvPr>
        </p:nvSpPr>
        <p:spPr>
          <a:xfrm>
            <a:off x="1519313" y="3859050"/>
            <a:ext cx="28671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43" name="Google Shape;143;p17"/>
          <p:cNvSpPr txBox="1">
            <a:spLocks noGrp="1"/>
          </p:cNvSpPr>
          <p:nvPr>
            <p:ph type="title" idx="6"/>
          </p:nvPr>
        </p:nvSpPr>
        <p:spPr>
          <a:xfrm>
            <a:off x="5561799" y="3196325"/>
            <a:ext cx="2328900" cy="527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200" b="1">
                <a:latin typeface="Montserrat"/>
                <a:ea typeface="Montserrat"/>
                <a:cs typeface="Montserrat"/>
                <a:sym typeface="Montserrat"/>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44" name="Google Shape;144;p17"/>
          <p:cNvSpPr txBox="1">
            <a:spLocks noGrp="1"/>
          </p:cNvSpPr>
          <p:nvPr>
            <p:ph type="subTitle" idx="7"/>
          </p:nvPr>
        </p:nvSpPr>
        <p:spPr>
          <a:xfrm>
            <a:off x="5561793" y="3859050"/>
            <a:ext cx="28671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45" name="Google Shape;145;p17"/>
          <p:cNvSpPr txBox="1">
            <a:spLocks noGrp="1"/>
          </p:cNvSpPr>
          <p:nvPr>
            <p:ph type="subTitle" idx="8"/>
          </p:nvPr>
        </p:nvSpPr>
        <p:spPr>
          <a:xfrm>
            <a:off x="715088" y="1646992"/>
            <a:ext cx="695400" cy="527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1"/>
              </a:buClr>
              <a:buSzPts val="2200"/>
              <a:buFont typeface="Ramabhadra"/>
              <a:buNone/>
              <a:defRPr sz="2900" b="1">
                <a:solidFill>
                  <a:schemeClr val="lt1"/>
                </a:solidFill>
                <a:latin typeface="Montserrat"/>
                <a:ea typeface="Montserrat"/>
                <a:cs typeface="Montserrat"/>
                <a:sym typeface="Montserrat"/>
              </a:defRPr>
            </a:lvl1pPr>
            <a:lvl2pPr lvl="1">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2pPr>
            <a:lvl3pPr lvl="2">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3pPr>
            <a:lvl4pPr lvl="3">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4pPr>
            <a:lvl5pPr lvl="4">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5pPr>
            <a:lvl6pPr lvl="5">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6pPr>
            <a:lvl7pPr lvl="6">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7pPr>
            <a:lvl8pPr lvl="7">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8pPr>
            <a:lvl9pPr lvl="8">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9pPr>
          </a:lstStyle>
          <a:p>
            <a:endParaRPr/>
          </a:p>
        </p:txBody>
      </p:sp>
      <p:sp>
        <p:nvSpPr>
          <p:cNvPr id="146" name="Google Shape;146;p17"/>
          <p:cNvSpPr txBox="1">
            <a:spLocks noGrp="1"/>
          </p:cNvSpPr>
          <p:nvPr>
            <p:ph type="subTitle" idx="9"/>
          </p:nvPr>
        </p:nvSpPr>
        <p:spPr>
          <a:xfrm>
            <a:off x="4756588" y="1646992"/>
            <a:ext cx="695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200"/>
              <a:buFont typeface="Ramabhadra"/>
              <a:buNone/>
              <a:defRPr sz="2900" b="1">
                <a:solidFill>
                  <a:schemeClr val="lt1"/>
                </a:solidFill>
                <a:latin typeface="Montserrat"/>
                <a:ea typeface="Montserrat"/>
                <a:cs typeface="Montserrat"/>
                <a:sym typeface="Montserrat"/>
              </a:defRPr>
            </a:lvl1pPr>
            <a:lvl2pPr lvl="1"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2pPr>
            <a:lvl3pPr lvl="2"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3pPr>
            <a:lvl4pPr lvl="3"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4pPr>
            <a:lvl5pPr lvl="4"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5pPr>
            <a:lvl6pPr lvl="5"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6pPr>
            <a:lvl7pPr lvl="6"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7pPr>
            <a:lvl8pPr lvl="7"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8pPr>
            <a:lvl9pPr lvl="8"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9pPr>
          </a:lstStyle>
          <a:p>
            <a:endParaRPr/>
          </a:p>
        </p:txBody>
      </p:sp>
      <p:sp>
        <p:nvSpPr>
          <p:cNvPr id="147" name="Google Shape;147;p17"/>
          <p:cNvSpPr txBox="1">
            <a:spLocks noGrp="1"/>
          </p:cNvSpPr>
          <p:nvPr>
            <p:ph type="subTitle" idx="13"/>
          </p:nvPr>
        </p:nvSpPr>
        <p:spPr>
          <a:xfrm>
            <a:off x="715088" y="3239292"/>
            <a:ext cx="695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200"/>
              <a:buFont typeface="Ramabhadra"/>
              <a:buNone/>
              <a:defRPr sz="2900" b="1">
                <a:solidFill>
                  <a:schemeClr val="lt1"/>
                </a:solidFill>
                <a:latin typeface="Montserrat"/>
                <a:ea typeface="Montserrat"/>
                <a:cs typeface="Montserrat"/>
                <a:sym typeface="Montserrat"/>
              </a:defRPr>
            </a:lvl1pPr>
            <a:lvl2pPr lvl="1"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2pPr>
            <a:lvl3pPr lvl="2"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3pPr>
            <a:lvl4pPr lvl="3"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4pPr>
            <a:lvl5pPr lvl="4"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5pPr>
            <a:lvl6pPr lvl="5"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6pPr>
            <a:lvl7pPr lvl="6"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7pPr>
            <a:lvl8pPr lvl="7"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8pPr>
            <a:lvl9pPr lvl="8"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9pPr>
          </a:lstStyle>
          <a:p>
            <a:endParaRPr/>
          </a:p>
        </p:txBody>
      </p:sp>
      <p:sp>
        <p:nvSpPr>
          <p:cNvPr id="148" name="Google Shape;148;p17"/>
          <p:cNvSpPr txBox="1">
            <a:spLocks noGrp="1"/>
          </p:cNvSpPr>
          <p:nvPr>
            <p:ph type="subTitle" idx="14"/>
          </p:nvPr>
        </p:nvSpPr>
        <p:spPr>
          <a:xfrm>
            <a:off x="4756588" y="3239292"/>
            <a:ext cx="695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200"/>
              <a:buFont typeface="Ramabhadra"/>
              <a:buNone/>
              <a:defRPr sz="2900" b="1">
                <a:solidFill>
                  <a:schemeClr val="lt1"/>
                </a:solidFill>
                <a:latin typeface="Montserrat"/>
                <a:ea typeface="Montserrat"/>
                <a:cs typeface="Montserrat"/>
                <a:sym typeface="Montserrat"/>
              </a:defRPr>
            </a:lvl1pPr>
            <a:lvl2pPr lvl="1"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2pPr>
            <a:lvl3pPr lvl="2"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3pPr>
            <a:lvl4pPr lvl="3"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4pPr>
            <a:lvl5pPr lvl="4"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5pPr>
            <a:lvl6pPr lvl="5"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6pPr>
            <a:lvl7pPr lvl="6"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7pPr>
            <a:lvl8pPr lvl="7"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8pPr>
            <a:lvl9pPr lvl="8" rtl="0">
              <a:spcBef>
                <a:spcPts val="0"/>
              </a:spcBef>
              <a:spcAft>
                <a:spcPts val="0"/>
              </a:spcAft>
              <a:buClr>
                <a:schemeClr val="accent1"/>
              </a:buClr>
              <a:buSzPts val="2200"/>
              <a:buFont typeface="Ramabhadra"/>
              <a:buNone/>
              <a:defRPr sz="2200">
                <a:solidFill>
                  <a:schemeClr val="accent1"/>
                </a:solidFill>
                <a:latin typeface="Ramabhadra"/>
                <a:ea typeface="Ramabhadra"/>
                <a:cs typeface="Ramabhadra"/>
                <a:sym typeface="Ramabhadra"/>
              </a:defRPr>
            </a:lvl9pPr>
          </a:lstStyle>
          <a:p>
            <a:endParaRPr/>
          </a:p>
        </p:txBody>
      </p:sp>
      <p:sp>
        <p:nvSpPr>
          <p:cNvPr id="149" name="Google Shape;149;p17"/>
          <p:cNvSpPr txBox="1">
            <a:spLocks noGrp="1"/>
          </p:cNvSpPr>
          <p:nvPr>
            <p:ph type="title" idx="15"/>
          </p:nvPr>
        </p:nvSpPr>
        <p:spPr>
          <a:xfrm>
            <a:off x="715050" y="358100"/>
            <a:ext cx="7713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800"/>
              <a:buFont typeface="Ramabhadra"/>
              <a:buNone/>
              <a:defRPr>
                <a:solidFill>
                  <a:schemeClr val="accent1"/>
                </a:solidFill>
              </a:defRPr>
            </a:lvl1pPr>
            <a:lvl2pPr lvl="1"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2pPr>
            <a:lvl3pPr lvl="2"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3pPr>
            <a:lvl4pPr lvl="3"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4pPr>
            <a:lvl5pPr lvl="4"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5pPr>
            <a:lvl6pPr lvl="5"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6pPr>
            <a:lvl7pPr lvl="6"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7pPr>
            <a:lvl8pPr lvl="7"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8pPr>
            <a:lvl9pPr lvl="8"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
  <p:cSld name="CUSTOM_4">
    <p:spTree>
      <p:nvGrpSpPr>
        <p:cNvPr id="1" name="Shape 150"/>
        <p:cNvGrpSpPr/>
        <p:nvPr/>
      </p:nvGrpSpPr>
      <p:grpSpPr>
        <a:xfrm>
          <a:off x="0" y="0"/>
          <a:ext cx="0" cy="0"/>
          <a:chOff x="0" y="0"/>
          <a:chExt cx="0" cy="0"/>
        </a:xfrm>
      </p:grpSpPr>
      <p:grpSp>
        <p:nvGrpSpPr>
          <p:cNvPr id="151" name="Google Shape;151;p18"/>
          <p:cNvGrpSpPr/>
          <p:nvPr/>
        </p:nvGrpSpPr>
        <p:grpSpPr>
          <a:xfrm>
            <a:off x="-21600" y="-574925"/>
            <a:ext cx="9165600" cy="1935575"/>
            <a:chOff x="-21600" y="-574925"/>
            <a:chExt cx="9165600" cy="1935575"/>
          </a:xfrm>
        </p:grpSpPr>
        <p:grpSp>
          <p:nvGrpSpPr>
            <p:cNvPr id="152" name="Google Shape;152;p18"/>
            <p:cNvGrpSpPr/>
            <p:nvPr/>
          </p:nvGrpSpPr>
          <p:grpSpPr>
            <a:xfrm>
              <a:off x="-21600" y="-472925"/>
              <a:ext cx="1218325" cy="1833575"/>
              <a:chOff x="-21600" y="-472925"/>
              <a:chExt cx="1218325" cy="1833575"/>
            </a:xfrm>
          </p:grpSpPr>
          <p:sp>
            <p:nvSpPr>
              <p:cNvPr id="153" name="Google Shape;153;p18"/>
              <p:cNvSpPr/>
              <p:nvPr/>
            </p:nvSpPr>
            <p:spPr>
              <a:xfrm rot="10800000" flipH="1">
                <a:off x="-21600" y="-472925"/>
                <a:ext cx="1218325" cy="1833575"/>
              </a:xfrm>
              <a:custGeom>
                <a:avLst/>
                <a:gdLst/>
                <a:ahLst/>
                <a:cxnLst/>
                <a:rect l="l" t="t" r="r" b="b"/>
                <a:pathLst>
                  <a:path w="48733" h="73343" extrusionOk="0">
                    <a:moveTo>
                      <a:pt x="48732" y="73342"/>
                    </a:moveTo>
                    <a:lnTo>
                      <a:pt x="0" y="73342"/>
                    </a:lnTo>
                    <a:lnTo>
                      <a:pt x="0" y="0"/>
                    </a:lnTo>
                    <a:lnTo>
                      <a:pt x="45399" y="23932"/>
                    </a:lnTo>
                    <a:cubicBezTo>
                      <a:pt x="47447" y="25015"/>
                      <a:pt x="48732" y="27134"/>
                      <a:pt x="48732" y="29432"/>
                    </a:cubicBezTo>
                    <a:lnTo>
                      <a:pt x="48732" y="73342"/>
                    </a:ln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8"/>
              <p:cNvSpPr/>
              <p:nvPr/>
            </p:nvSpPr>
            <p:spPr>
              <a:xfrm rot="5400000" flipH="1">
                <a:off x="-290306" y="-195780"/>
                <a:ext cx="1407925" cy="870435"/>
              </a:xfrm>
              <a:custGeom>
                <a:avLst/>
                <a:gdLst/>
                <a:ahLst/>
                <a:cxnLst/>
                <a:rect l="l" t="t" r="r" b="b"/>
                <a:pathLst>
                  <a:path w="56317" h="33350" extrusionOk="0">
                    <a:moveTo>
                      <a:pt x="56317" y="33350"/>
                    </a:moveTo>
                    <a:lnTo>
                      <a:pt x="56317" y="0"/>
                    </a:lnTo>
                    <a:lnTo>
                      <a:pt x="20074" y="0"/>
                    </a:lnTo>
                    <a:cubicBezTo>
                      <a:pt x="18741" y="0"/>
                      <a:pt x="17514" y="739"/>
                      <a:pt x="16883" y="1905"/>
                    </a:cubicBezTo>
                    <a:lnTo>
                      <a:pt x="0" y="33350"/>
                    </a:lnTo>
                    <a:cubicBezTo>
                      <a:pt x="0" y="33350"/>
                      <a:pt x="53412" y="33326"/>
                      <a:pt x="56317" y="33350"/>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 name="Google Shape;155;p18"/>
            <p:cNvGrpSpPr/>
            <p:nvPr/>
          </p:nvGrpSpPr>
          <p:grpSpPr>
            <a:xfrm flipH="1">
              <a:off x="7925675" y="-574925"/>
              <a:ext cx="1218325" cy="1833575"/>
              <a:chOff x="-21600" y="-472925"/>
              <a:chExt cx="1218325" cy="1833575"/>
            </a:xfrm>
          </p:grpSpPr>
          <p:sp>
            <p:nvSpPr>
              <p:cNvPr id="156" name="Google Shape;156;p18"/>
              <p:cNvSpPr/>
              <p:nvPr/>
            </p:nvSpPr>
            <p:spPr>
              <a:xfrm rot="10800000" flipH="1">
                <a:off x="-21600" y="-472925"/>
                <a:ext cx="1218325" cy="1833575"/>
              </a:xfrm>
              <a:custGeom>
                <a:avLst/>
                <a:gdLst/>
                <a:ahLst/>
                <a:cxnLst/>
                <a:rect l="l" t="t" r="r" b="b"/>
                <a:pathLst>
                  <a:path w="48733" h="73343" extrusionOk="0">
                    <a:moveTo>
                      <a:pt x="48732" y="73342"/>
                    </a:moveTo>
                    <a:lnTo>
                      <a:pt x="0" y="73342"/>
                    </a:lnTo>
                    <a:lnTo>
                      <a:pt x="0" y="0"/>
                    </a:lnTo>
                    <a:lnTo>
                      <a:pt x="45399" y="23932"/>
                    </a:lnTo>
                    <a:cubicBezTo>
                      <a:pt x="47447" y="25015"/>
                      <a:pt x="48732" y="27134"/>
                      <a:pt x="48732" y="29432"/>
                    </a:cubicBezTo>
                    <a:lnTo>
                      <a:pt x="48732" y="73342"/>
                    </a:ln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8"/>
              <p:cNvSpPr/>
              <p:nvPr/>
            </p:nvSpPr>
            <p:spPr>
              <a:xfrm rot="5400000" flipH="1">
                <a:off x="-290306" y="-195780"/>
                <a:ext cx="1407925" cy="870435"/>
              </a:xfrm>
              <a:custGeom>
                <a:avLst/>
                <a:gdLst/>
                <a:ahLst/>
                <a:cxnLst/>
                <a:rect l="l" t="t" r="r" b="b"/>
                <a:pathLst>
                  <a:path w="56317" h="33350" extrusionOk="0">
                    <a:moveTo>
                      <a:pt x="56317" y="33350"/>
                    </a:moveTo>
                    <a:lnTo>
                      <a:pt x="56317" y="0"/>
                    </a:lnTo>
                    <a:lnTo>
                      <a:pt x="20074" y="0"/>
                    </a:lnTo>
                    <a:cubicBezTo>
                      <a:pt x="18741" y="0"/>
                      <a:pt x="17514" y="739"/>
                      <a:pt x="16883" y="1905"/>
                    </a:cubicBezTo>
                    <a:lnTo>
                      <a:pt x="0" y="33350"/>
                    </a:lnTo>
                    <a:cubicBezTo>
                      <a:pt x="0" y="33350"/>
                      <a:pt x="53412" y="33326"/>
                      <a:pt x="56317" y="33350"/>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8" name="Google Shape;158;p18"/>
          <p:cNvSpPr txBox="1">
            <a:spLocks noGrp="1"/>
          </p:cNvSpPr>
          <p:nvPr>
            <p:ph type="title"/>
          </p:nvPr>
        </p:nvSpPr>
        <p:spPr>
          <a:xfrm>
            <a:off x="1506338" y="1686725"/>
            <a:ext cx="2867100" cy="527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200" b="1">
                <a:latin typeface="Montserrat"/>
                <a:ea typeface="Montserrat"/>
                <a:cs typeface="Montserrat"/>
                <a:sym typeface="Montserrat"/>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59" name="Google Shape;159;p18"/>
          <p:cNvSpPr txBox="1">
            <a:spLocks noGrp="1"/>
          </p:cNvSpPr>
          <p:nvPr>
            <p:ph type="subTitle" idx="1"/>
          </p:nvPr>
        </p:nvSpPr>
        <p:spPr>
          <a:xfrm>
            <a:off x="1506338" y="2120850"/>
            <a:ext cx="28671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60" name="Google Shape;160;p18"/>
          <p:cNvSpPr txBox="1">
            <a:spLocks noGrp="1"/>
          </p:cNvSpPr>
          <p:nvPr>
            <p:ph type="title" idx="2"/>
          </p:nvPr>
        </p:nvSpPr>
        <p:spPr>
          <a:xfrm>
            <a:off x="4790193" y="1686725"/>
            <a:ext cx="2867100" cy="527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000"/>
              <a:buNone/>
              <a:defRPr sz="2200" b="1">
                <a:latin typeface="Montserrat"/>
                <a:ea typeface="Montserrat"/>
                <a:cs typeface="Montserrat"/>
                <a:sym typeface="Montserrat"/>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61" name="Google Shape;161;p18"/>
          <p:cNvSpPr txBox="1">
            <a:spLocks noGrp="1"/>
          </p:cNvSpPr>
          <p:nvPr>
            <p:ph type="subTitle" idx="3"/>
          </p:nvPr>
        </p:nvSpPr>
        <p:spPr>
          <a:xfrm>
            <a:off x="4790193" y="2120850"/>
            <a:ext cx="2867100" cy="48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62" name="Google Shape;162;p18"/>
          <p:cNvSpPr txBox="1">
            <a:spLocks noGrp="1"/>
          </p:cNvSpPr>
          <p:nvPr>
            <p:ph type="title" idx="4"/>
          </p:nvPr>
        </p:nvSpPr>
        <p:spPr>
          <a:xfrm>
            <a:off x="1506338" y="3120125"/>
            <a:ext cx="2867100" cy="527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200" b="1">
                <a:latin typeface="Montserrat"/>
                <a:ea typeface="Montserrat"/>
                <a:cs typeface="Montserrat"/>
                <a:sym typeface="Montserrat"/>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63" name="Google Shape;163;p18"/>
          <p:cNvSpPr txBox="1">
            <a:spLocks noGrp="1"/>
          </p:cNvSpPr>
          <p:nvPr>
            <p:ph type="subTitle" idx="5"/>
          </p:nvPr>
        </p:nvSpPr>
        <p:spPr>
          <a:xfrm>
            <a:off x="1506338" y="3554250"/>
            <a:ext cx="28671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64" name="Google Shape;164;p18"/>
          <p:cNvSpPr txBox="1">
            <a:spLocks noGrp="1"/>
          </p:cNvSpPr>
          <p:nvPr>
            <p:ph type="title" idx="6"/>
          </p:nvPr>
        </p:nvSpPr>
        <p:spPr>
          <a:xfrm>
            <a:off x="4790193" y="3120125"/>
            <a:ext cx="2867100" cy="527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000"/>
              <a:buNone/>
              <a:defRPr sz="2200" b="1">
                <a:latin typeface="Montserrat"/>
                <a:ea typeface="Montserrat"/>
                <a:cs typeface="Montserrat"/>
                <a:sym typeface="Montserrat"/>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65" name="Google Shape;165;p18"/>
          <p:cNvSpPr txBox="1">
            <a:spLocks noGrp="1"/>
          </p:cNvSpPr>
          <p:nvPr>
            <p:ph type="subTitle" idx="7"/>
          </p:nvPr>
        </p:nvSpPr>
        <p:spPr>
          <a:xfrm>
            <a:off x="4790193" y="3554250"/>
            <a:ext cx="2867100" cy="48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66" name="Google Shape;166;p18"/>
          <p:cNvSpPr txBox="1">
            <a:spLocks noGrp="1"/>
          </p:cNvSpPr>
          <p:nvPr>
            <p:ph type="title" idx="8"/>
          </p:nvPr>
        </p:nvSpPr>
        <p:spPr>
          <a:xfrm>
            <a:off x="715050" y="358100"/>
            <a:ext cx="7713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800"/>
              <a:buFont typeface="Ramabhadra"/>
              <a:buNone/>
              <a:defRPr>
                <a:solidFill>
                  <a:schemeClr val="accent1"/>
                </a:solidFill>
              </a:defRPr>
            </a:lvl1pPr>
            <a:lvl2pPr lvl="1"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2pPr>
            <a:lvl3pPr lvl="2"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3pPr>
            <a:lvl4pPr lvl="3"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4pPr>
            <a:lvl5pPr lvl="4"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5pPr>
            <a:lvl6pPr lvl="5"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6pPr>
            <a:lvl7pPr lvl="6"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7pPr>
            <a:lvl8pPr lvl="7"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8pPr>
            <a:lvl9pPr lvl="8"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97"/>
        <p:cNvGrpSpPr/>
        <p:nvPr/>
      </p:nvGrpSpPr>
      <p:grpSpPr>
        <a:xfrm>
          <a:off x="0" y="0"/>
          <a:ext cx="0" cy="0"/>
          <a:chOff x="0" y="0"/>
          <a:chExt cx="0" cy="0"/>
        </a:xfrm>
      </p:grpSpPr>
      <p:grpSp>
        <p:nvGrpSpPr>
          <p:cNvPr id="198" name="Google Shape;198;p21"/>
          <p:cNvGrpSpPr/>
          <p:nvPr/>
        </p:nvGrpSpPr>
        <p:grpSpPr>
          <a:xfrm>
            <a:off x="-2021398" y="-280488"/>
            <a:ext cx="13186853" cy="5587491"/>
            <a:chOff x="-2021398" y="-280488"/>
            <a:chExt cx="13186853" cy="5587491"/>
          </a:xfrm>
        </p:grpSpPr>
        <p:grpSp>
          <p:nvGrpSpPr>
            <p:cNvPr id="199" name="Google Shape;199;p21"/>
            <p:cNvGrpSpPr/>
            <p:nvPr/>
          </p:nvGrpSpPr>
          <p:grpSpPr>
            <a:xfrm>
              <a:off x="-2021398" y="-280488"/>
              <a:ext cx="3285628" cy="5470491"/>
              <a:chOff x="-2021398" y="-280488"/>
              <a:chExt cx="3285628" cy="5470491"/>
            </a:xfrm>
          </p:grpSpPr>
          <p:pic>
            <p:nvPicPr>
              <p:cNvPr id="200" name="Google Shape;200;p21"/>
              <p:cNvPicPr preferRelativeResize="0"/>
              <p:nvPr/>
            </p:nvPicPr>
            <p:blipFill>
              <a:blip r:embed="rId2">
                <a:alphaModFix/>
              </a:blip>
              <a:stretch>
                <a:fillRect/>
              </a:stretch>
            </p:blipFill>
            <p:spPr>
              <a:xfrm rot="5400000">
                <a:off x="-3112423" y="810537"/>
                <a:ext cx="5423976" cy="3241926"/>
              </a:xfrm>
              <a:prstGeom prst="rect">
                <a:avLst/>
              </a:prstGeom>
              <a:noFill/>
              <a:ln>
                <a:noFill/>
              </a:ln>
            </p:spPr>
          </p:pic>
          <p:sp>
            <p:nvSpPr>
              <p:cNvPr id="201" name="Google Shape;201;p21"/>
              <p:cNvSpPr/>
              <p:nvPr/>
            </p:nvSpPr>
            <p:spPr>
              <a:xfrm rot="10800000" flipH="1">
                <a:off x="-980170" y="-153175"/>
                <a:ext cx="1381200" cy="2023500"/>
              </a:xfrm>
              <a:prstGeom prst="round1Rect">
                <a:avLst>
                  <a:gd name="adj" fmla="val 50000"/>
                </a:avLst>
              </a:prstGeom>
              <a:gradFill>
                <a:gsLst>
                  <a:gs pos="0">
                    <a:schemeClr val="accent1"/>
                  </a:gs>
                  <a:gs pos="63000">
                    <a:srgbClr val="194175"/>
                  </a:gs>
                  <a:gs pos="100000">
                    <a:schemeClr val="accen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1"/>
              <p:cNvSpPr/>
              <p:nvPr/>
            </p:nvSpPr>
            <p:spPr>
              <a:xfrm rot="10800000">
                <a:off x="-980184" y="2606537"/>
                <a:ext cx="2200736" cy="2583466"/>
              </a:xfrm>
              <a:custGeom>
                <a:avLst/>
                <a:gdLst/>
                <a:ahLst/>
                <a:cxnLst/>
                <a:rect l="l" t="t" r="r" b="b"/>
                <a:pathLst>
                  <a:path w="30112" h="35350" extrusionOk="0">
                    <a:moveTo>
                      <a:pt x="30111" y="0"/>
                    </a:moveTo>
                    <a:lnTo>
                      <a:pt x="0" y="0"/>
                    </a:lnTo>
                    <a:lnTo>
                      <a:pt x="17169" y="32016"/>
                    </a:lnTo>
                    <a:cubicBezTo>
                      <a:pt x="18265" y="34064"/>
                      <a:pt x="20408" y="35350"/>
                      <a:pt x="22753" y="35350"/>
                    </a:cubicBezTo>
                    <a:lnTo>
                      <a:pt x="30111" y="35350"/>
                    </a:ln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1"/>
              <p:cNvSpPr/>
              <p:nvPr/>
            </p:nvSpPr>
            <p:spPr>
              <a:xfrm flipH="1">
                <a:off x="-49362" y="3718588"/>
                <a:ext cx="1313592" cy="1462763"/>
              </a:xfrm>
              <a:custGeom>
                <a:avLst/>
                <a:gdLst/>
                <a:ahLst/>
                <a:cxnLst/>
                <a:rect l="l" t="t" r="r" b="b"/>
                <a:pathLst>
                  <a:path w="26004" h="28957" extrusionOk="0">
                    <a:moveTo>
                      <a:pt x="16931" y="1"/>
                    </a:moveTo>
                    <a:cubicBezTo>
                      <a:pt x="16062" y="1"/>
                      <a:pt x="15276" y="477"/>
                      <a:pt x="14871" y="1239"/>
                    </a:cubicBezTo>
                    <a:lnTo>
                      <a:pt x="0" y="28957"/>
                    </a:lnTo>
                    <a:lnTo>
                      <a:pt x="11490" y="28957"/>
                    </a:lnTo>
                    <a:lnTo>
                      <a:pt x="25182" y="3418"/>
                    </a:lnTo>
                    <a:cubicBezTo>
                      <a:pt x="26003" y="1870"/>
                      <a:pt x="24872" y="1"/>
                      <a:pt x="231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4" name="Google Shape;204;p21"/>
              <p:cNvCxnSpPr/>
              <p:nvPr/>
            </p:nvCxnSpPr>
            <p:spPr>
              <a:xfrm rot="10800000">
                <a:off x="-133745" y="2037184"/>
                <a:ext cx="803700" cy="1498500"/>
              </a:xfrm>
              <a:prstGeom prst="straightConnector1">
                <a:avLst/>
              </a:prstGeom>
              <a:noFill/>
              <a:ln w="19050" cap="flat" cmpd="sng">
                <a:solidFill>
                  <a:schemeClr val="accent1"/>
                </a:solidFill>
                <a:prstDash val="solid"/>
                <a:round/>
                <a:headEnd type="none" w="med" len="med"/>
                <a:tailEnd type="none" w="med" len="med"/>
              </a:ln>
            </p:spPr>
          </p:cxnSp>
          <p:sp>
            <p:nvSpPr>
              <p:cNvPr id="205" name="Google Shape;205;p21"/>
              <p:cNvSpPr/>
              <p:nvPr/>
            </p:nvSpPr>
            <p:spPr>
              <a:xfrm>
                <a:off x="341500" y="1930000"/>
                <a:ext cx="747202" cy="831749"/>
              </a:xfrm>
              <a:custGeom>
                <a:avLst/>
                <a:gdLst/>
                <a:ahLst/>
                <a:cxnLst/>
                <a:rect l="l" t="t" r="r" b="b"/>
                <a:pathLst>
                  <a:path w="13884" h="15455" extrusionOk="0">
                    <a:moveTo>
                      <a:pt x="9037" y="15454"/>
                    </a:moveTo>
                    <a:lnTo>
                      <a:pt x="12335" y="15454"/>
                    </a:lnTo>
                    <a:cubicBezTo>
                      <a:pt x="13276" y="15454"/>
                      <a:pt x="13883" y="14454"/>
                      <a:pt x="13443" y="13633"/>
                    </a:cubicBezTo>
                    <a:lnTo>
                      <a:pt x="6132" y="0"/>
                    </a:lnTo>
                    <a:lnTo>
                      <a:pt x="0" y="0"/>
                    </a:lnTo>
                    <a:lnTo>
                      <a:pt x="7930" y="14799"/>
                    </a:lnTo>
                    <a:cubicBezTo>
                      <a:pt x="8144" y="15204"/>
                      <a:pt x="8573" y="15454"/>
                      <a:pt x="9037" y="15454"/>
                    </a:cubicBez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21"/>
            <p:cNvGrpSpPr/>
            <p:nvPr/>
          </p:nvGrpSpPr>
          <p:grpSpPr>
            <a:xfrm flipH="1">
              <a:off x="7879827" y="-163488"/>
              <a:ext cx="3285628" cy="5470491"/>
              <a:chOff x="-2021398" y="-280488"/>
              <a:chExt cx="3285628" cy="5470491"/>
            </a:xfrm>
          </p:grpSpPr>
          <p:pic>
            <p:nvPicPr>
              <p:cNvPr id="207" name="Google Shape;207;p21"/>
              <p:cNvPicPr preferRelativeResize="0"/>
              <p:nvPr/>
            </p:nvPicPr>
            <p:blipFill>
              <a:blip r:embed="rId2">
                <a:alphaModFix/>
              </a:blip>
              <a:stretch>
                <a:fillRect/>
              </a:stretch>
            </p:blipFill>
            <p:spPr>
              <a:xfrm rot="5400000">
                <a:off x="-3112423" y="810537"/>
                <a:ext cx="5423976" cy="3241926"/>
              </a:xfrm>
              <a:prstGeom prst="rect">
                <a:avLst/>
              </a:prstGeom>
              <a:noFill/>
              <a:ln>
                <a:noFill/>
              </a:ln>
            </p:spPr>
          </p:pic>
          <p:sp>
            <p:nvSpPr>
              <p:cNvPr id="208" name="Google Shape;208;p21"/>
              <p:cNvSpPr/>
              <p:nvPr/>
            </p:nvSpPr>
            <p:spPr>
              <a:xfrm rot="10800000" flipH="1">
                <a:off x="-980170" y="-153175"/>
                <a:ext cx="1381200" cy="2023500"/>
              </a:xfrm>
              <a:prstGeom prst="round1Rect">
                <a:avLst>
                  <a:gd name="adj" fmla="val 50000"/>
                </a:avLst>
              </a:prstGeom>
              <a:gradFill>
                <a:gsLst>
                  <a:gs pos="0">
                    <a:schemeClr val="accent1"/>
                  </a:gs>
                  <a:gs pos="63000">
                    <a:srgbClr val="194175"/>
                  </a:gs>
                  <a:gs pos="100000">
                    <a:schemeClr val="accen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1"/>
              <p:cNvSpPr/>
              <p:nvPr/>
            </p:nvSpPr>
            <p:spPr>
              <a:xfrm rot="10800000">
                <a:off x="-980184" y="2606537"/>
                <a:ext cx="2200736" cy="2583466"/>
              </a:xfrm>
              <a:custGeom>
                <a:avLst/>
                <a:gdLst/>
                <a:ahLst/>
                <a:cxnLst/>
                <a:rect l="l" t="t" r="r" b="b"/>
                <a:pathLst>
                  <a:path w="30112" h="35350" extrusionOk="0">
                    <a:moveTo>
                      <a:pt x="30111" y="0"/>
                    </a:moveTo>
                    <a:lnTo>
                      <a:pt x="0" y="0"/>
                    </a:lnTo>
                    <a:lnTo>
                      <a:pt x="17169" y="32016"/>
                    </a:lnTo>
                    <a:cubicBezTo>
                      <a:pt x="18265" y="34064"/>
                      <a:pt x="20408" y="35350"/>
                      <a:pt x="22753" y="35350"/>
                    </a:cubicBezTo>
                    <a:lnTo>
                      <a:pt x="30111" y="35350"/>
                    </a:ln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1"/>
              <p:cNvSpPr/>
              <p:nvPr/>
            </p:nvSpPr>
            <p:spPr>
              <a:xfrm flipH="1">
                <a:off x="-49362" y="3718588"/>
                <a:ext cx="1313592" cy="1462763"/>
              </a:xfrm>
              <a:custGeom>
                <a:avLst/>
                <a:gdLst/>
                <a:ahLst/>
                <a:cxnLst/>
                <a:rect l="l" t="t" r="r" b="b"/>
                <a:pathLst>
                  <a:path w="26004" h="28957" extrusionOk="0">
                    <a:moveTo>
                      <a:pt x="16931" y="1"/>
                    </a:moveTo>
                    <a:cubicBezTo>
                      <a:pt x="16062" y="1"/>
                      <a:pt x="15276" y="477"/>
                      <a:pt x="14871" y="1239"/>
                    </a:cubicBezTo>
                    <a:lnTo>
                      <a:pt x="0" y="28957"/>
                    </a:lnTo>
                    <a:lnTo>
                      <a:pt x="11490" y="28957"/>
                    </a:lnTo>
                    <a:lnTo>
                      <a:pt x="25182" y="3418"/>
                    </a:lnTo>
                    <a:cubicBezTo>
                      <a:pt x="26003" y="1870"/>
                      <a:pt x="24872" y="1"/>
                      <a:pt x="231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1" name="Google Shape;211;p21"/>
              <p:cNvCxnSpPr/>
              <p:nvPr/>
            </p:nvCxnSpPr>
            <p:spPr>
              <a:xfrm rot="10800000">
                <a:off x="-133745" y="2037184"/>
                <a:ext cx="803700" cy="1498500"/>
              </a:xfrm>
              <a:prstGeom prst="straightConnector1">
                <a:avLst/>
              </a:prstGeom>
              <a:noFill/>
              <a:ln w="19050" cap="flat" cmpd="sng">
                <a:solidFill>
                  <a:schemeClr val="accent1"/>
                </a:solidFill>
                <a:prstDash val="solid"/>
                <a:round/>
                <a:headEnd type="none" w="med" len="med"/>
                <a:tailEnd type="none" w="med" len="med"/>
              </a:ln>
            </p:spPr>
          </p:cxnSp>
          <p:sp>
            <p:nvSpPr>
              <p:cNvPr id="212" name="Google Shape;212;p21"/>
              <p:cNvSpPr/>
              <p:nvPr/>
            </p:nvSpPr>
            <p:spPr>
              <a:xfrm>
                <a:off x="341500" y="1930000"/>
                <a:ext cx="747202" cy="831749"/>
              </a:xfrm>
              <a:custGeom>
                <a:avLst/>
                <a:gdLst/>
                <a:ahLst/>
                <a:cxnLst/>
                <a:rect l="l" t="t" r="r" b="b"/>
                <a:pathLst>
                  <a:path w="13884" h="15455" extrusionOk="0">
                    <a:moveTo>
                      <a:pt x="9037" y="15454"/>
                    </a:moveTo>
                    <a:lnTo>
                      <a:pt x="12335" y="15454"/>
                    </a:lnTo>
                    <a:cubicBezTo>
                      <a:pt x="13276" y="15454"/>
                      <a:pt x="13883" y="14454"/>
                      <a:pt x="13443" y="13633"/>
                    </a:cubicBezTo>
                    <a:lnTo>
                      <a:pt x="6132" y="0"/>
                    </a:lnTo>
                    <a:lnTo>
                      <a:pt x="0" y="0"/>
                    </a:lnTo>
                    <a:lnTo>
                      <a:pt x="7930" y="14799"/>
                    </a:lnTo>
                    <a:cubicBezTo>
                      <a:pt x="8144" y="15204"/>
                      <a:pt x="8573" y="15454"/>
                      <a:pt x="9037" y="15454"/>
                    </a:cubicBez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13" name="Google Shape;213;p21"/>
          <p:cNvSpPr txBox="1">
            <a:spLocks noGrp="1"/>
          </p:cNvSpPr>
          <p:nvPr>
            <p:ph type="ctrTitle"/>
          </p:nvPr>
        </p:nvSpPr>
        <p:spPr>
          <a:xfrm>
            <a:off x="2430025" y="669825"/>
            <a:ext cx="4284000" cy="99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14" name="Google Shape;214;p21"/>
          <p:cNvSpPr txBox="1">
            <a:spLocks noGrp="1"/>
          </p:cNvSpPr>
          <p:nvPr>
            <p:ph type="subTitle" idx="1"/>
          </p:nvPr>
        </p:nvSpPr>
        <p:spPr>
          <a:xfrm>
            <a:off x="2425075" y="1646825"/>
            <a:ext cx="4293900" cy="959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15" name="Google Shape;215;p21"/>
          <p:cNvSpPr txBox="1"/>
          <p:nvPr/>
        </p:nvSpPr>
        <p:spPr>
          <a:xfrm>
            <a:off x="2122375" y="3363700"/>
            <a:ext cx="4899300" cy="92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Raleway Medium"/>
                <a:ea typeface="Raleway Medium"/>
                <a:cs typeface="Raleway Medium"/>
                <a:sym typeface="Raleway Medium"/>
              </a:rPr>
              <a:t>CREDITS: This presentation template was created by</a:t>
            </a:r>
            <a:r>
              <a:rPr lang="en">
                <a:solidFill>
                  <a:schemeClr val="accent1"/>
                </a:solidFill>
                <a:latin typeface="Raleway"/>
                <a:ea typeface="Raleway"/>
                <a:cs typeface="Raleway"/>
                <a:sym typeface="Raleway"/>
              </a:rPr>
              <a:t> </a:t>
            </a:r>
            <a:r>
              <a:rPr lang="en" b="1">
                <a:solidFill>
                  <a:schemeClr val="accent1"/>
                </a:solidFill>
                <a:uFill>
                  <a:noFill/>
                </a:uFill>
                <a:latin typeface="Raleway"/>
                <a:ea typeface="Raleway"/>
                <a:cs typeface="Raleway"/>
                <a:sym typeface="Raleway"/>
                <a:hlinkClick r:id="rId3">
                  <a:extLst>
                    <a:ext uri="{A12FA001-AC4F-418D-AE19-62706E023703}">
                      <ahyp:hlinkClr xmlns:ahyp="http://schemas.microsoft.com/office/drawing/2018/hyperlinkcolor" val="tx"/>
                    </a:ext>
                  </a:extLst>
                </a:hlinkClick>
              </a:rPr>
              <a:t>Slidesgo</a:t>
            </a:r>
            <a:r>
              <a:rPr lang="en">
                <a:solidFill>
                  <a:schemeClr val="accent1"/>
                </a:solidFill>
                <a:latin typeface="Raleway Medium"/>
                <a:ea typeface="Raleway Medium"/>
                <a:cs typeface="Raleway Medium"/>
                <a:sym typeface="Raleway Medium"/>
              </a:rPr>
              <a:t>, including icons by</a:t>
            </a:r>
            <a:r>
              <a:rPr lang="en">
                <a:solidFill>
                  <a:schemeClr val="accent1"/>
                </a:solidFill>
                <a:latin typeface="Raleway"/>
                <a:ea typeface="Raleway"/>
                <a:cs typeface="Raleway"/>
                <a:sym typeface="Raleway"/>
              </a:rPr>
              <a:t> </a:t>
            </a:r>
            <a:r>
              <a:rPr lang="en" b="1">
                <a:solidFill>
                  <a:schemeClr val="accent1"/>
                </a:solidFill>
                <a:uFill>
                  <a:noFill/>
                </a:uFill>
                <a:latin typeface="Raleway"/>
                <a:ea typeface="Raleway"/>
                <a:cs typeface="Raleway"/>
                <a:sym typeface="Raleway"/>
                <a:hlinkClick r:id="rId4">
                  <a:extLst>
                    <a:ext uri="{A12FA001-AC4F-418D-AE19-62706E023703}">
                      <ahyp:hlinkClr xmlns:ahyp="http://schemas.microsoft.com/office/drawing/2018/hyperlinkcolor" val="tx"/>
                    </a:ext>
                  </a:extLst>
                </a:hlinkClick>
              </a:rPr>
              <a:t>Flaticon</a:t>
            </a:r>
            <a:r>
              <a:rPr lang="en">
                <a:solidFill>
                  <a:schemeClr val="accent1"/>
                </a:solidFill>
                <a:latin typeface="Raleway Medium"/>
                <a:ea typeface="Raleway Medium"/>
                <a:cs typeface="Raleway Medium"/>
                <a:sym typeface="Raleway Medium"/>
              </a:rPr>
              <a:t>, infographics &amp;</a:t>
            </a:r>
            <a:r>
              <a:rPr lang="en">
                <a:solidFill>
                  <a:schemeClr val="accent1"/>
                </a:solidFill>
                <a:latin typeface="Raleway"/>
                <a:ea typeface="Raleway"/>
                <a:cs typeface="Raleway"/>
                <a:sym typeface="Raleway"/>
              </a:rPr>
              <a:t> </a:t>
            </a:r>
            <a:r>
              <a:rPr lang="en">
                <a:solidFill>
                  <a:schemeClr val="accent1"/>
                </a:solidFill>
                <a:latin typeface="Raleway Medium"/>
                <a:ea typeface="Raleway Medium"/>
                <a:cs typeface="Raleway Medium"/>
                <a:sym typeface="Raleway Medium"/>
              </a:rPr>
              <a:t>images by </a:t>
            </a:r>
            <a:r>
              <a:rPr lang="en" b="1">
                <a:solidFill>
                  <a:schemeClr val="accent1"/>
                </a:solidFill>
                <a:uFill>
                  <a:noFill/>
                </a:uFill>
                <a:latin typeface="Raleway"/>
                <a:ea typeface="Raleway"/>
                <a:cs typeface="Raleway"/>
                <a:sym typeface="Raleway"/>
                <a:hlinkClick r:id="rId5">
                  <a:extLst>
                    <a:ext uri="{A12FA001-AC4F-418D-AE19-62706E023703}">
                      <ahyp:hlinkClr xmlns:ahyp="http://schemas.microsoft.com/office/drawing/2018/hyperlinkcolor" val="tx"/>
                    </a:ext>
                  </a:extLst>
                </a:hlinkClick>
              </a:rPr>
              <a:t>Freepik</a:t>
            </a:r>
            <a:endParaRPr b="1">
              <a:solidFill>
                <a:schemeClr val="accent1"/>
              </a:solidFill>
              <a:latin typeface="Raleway"/>
              <a:ea typeface="Raleway"/>
              <a:cs typeface="Raleway"/>
              <a:sym typeface="Raleway"/>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CUSTOM_1">
    <p:spTree>
      <p:nvGrpSpPr>
        <p:cNvPr id="1" name="Shape 216"/>
        <p:cNvGrpSpPr/>
        <p:nvPr/>
      </p:nvGrpSpPr>
      <p:grpSpPr>
        <a:xfrm>
          <a:off x="0" y="0"/>
          <a:ext cx="0" cy="0"/>
          <a:chOff x="0" y="0"/>
          <a:chExt cx="0" cy="0"/>
        </a:xfrm>
      </p:grpSpPr>
      <p:grpSp>
        <p:nvGrpSpPr>
          <p:cNvPr id="217" name="Google Shape;217;p22"/>
          <p:cNvGrpSpPr/>
          <p:nvPr/>
        </p:nvGrpSpPr>
        <p:grpSpPr>
          <a:xfrm>
            <a:off x="17" y="-699025"/>
            <a:ext cx="9664083" cy="6178425"/>
            <a:chOff x="17" y="-699025"/>
            <a:chExt cx="9664083" cy="6178425"/>
          </a:xfrm>
        </p:grpSpPr>
        <p:sp>
          <p:nvSpPr>
            <p:cNvPr id="218" name="Google Shape;218;p22"/>
            <p:cNvSpPr/>
            <p:nvPr/>
          </p:nvSpPr>
          <p:spPr>
            <a:xfrm rot="-5400000">
              <a:off x="-263636" y="263644"/>
              <a:ext cx="1468476" cy="941170"/>
            </a:xfrm>
            <a:custGeom>
              <a:avLst/>
              <a:gdLst/>
              <a:ahLst/>
              <a:cxnLst/>
              <a:rect l="l" t="t" r="r" b="b"/>
              <a:pathLst>
                <a:path w="25100" h="16087" extrusionOk="0">
                  <a:moveTo>
                    <a:pt x="1013" y="4144"/>
                  </a:moveTo>
                  <a:lnTo>
                    <a:pt x="6740" y="14824"/>
                  </a:lnTo>
                  <a:cubicBezTo>
                    <a:pt x="7156" y="15610"/>
                    <a:pt x="7966" y="16086"/>
                    <a:pt x="8859" y="16086"/>
                  </a:cubicBezTo>
                  <a:lnTo>
                    <a:pt x="25099" y="16086"/>
                  </a:lnTo>
                  <a:lnTo>
                    <a:pt x="25099" y="1"/>
                  </a:lnTo>
                  <a:lnTo>
                    <a:pt x="3513" y="1"/>
                  </a:lnTo>
                  <a:cubicBezTo>
                    <a:pt x="1370" y="1"/>
                    <a:pt x="1" y="2263"/>
                    <a:pt x="1013" y="4144"/>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2"/>
            <p:cNvSpPr/>
            <p:nvPr/>
          </p:nvSpPr>
          <p:spPr>
            <a:xfrm rot="10800000">
              <a:off x="746500" y="-699025"/>
              <a:ext cx="986100" cy="1675800"/>
            </a:xfrm>
            <a:prstGeom prst="round2SameRect">
              <a:avLst>
                <a:gd name="adj1" fmla="val 16667"/>
                <a:gd name="adj2" fmla="val 0"/>
              </a:avLst>
            </a:pr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0" name="Google Shape;220;p22"/>
            <p:cNvCxnSpPr/>
            <p:nvPr/>
          </p:nvCxnSpPr>
          <p:spPr>
            <a:xfrm>
              <a:off x="181788" y="236388"/>
              <a:ext cx="0" cy="995700"/>
            </a:xfrm>
            <a:prstGeom prst="straightConnector1">
              <a:avLst/>
            </a:prstGeom>
            <a:noFill/>
            <a:ln w="19050" cap="flat" cmpd="sng">
              <a:solidFill>
                <a:schemeClr val="lt1"/>
              </a:solidFill>
              <a:prstDash val="solid"/>
              <a:round/>
              <a:headEnd type="none" w="med" len="med"/>
              <a:tailEnd type="none" w="med" len="med"/>
            </a:ln>
          </p:spPr>
        </p:cxnSp>
        <p:cxnSp>
          <p:nvCxnSpPr>
            <p:cNvPr id="221" name="Google Shape;221;p22"/>
            <p:cNvCxnSpPr/>
            <p:nvPr/>
          </p:nvCxnSpPr>
          <p:spPr>
            <a:xfrm>
              <a:off x="941163" y="-229887"/>
              <a:ext cx="0" cy="995700"/>
            </a:xfrm>
            <a:prstGeom prst="straightConnector1">
              <a:avLst/>
            </a:prstGeom>
            <a:noFill/>
            <a:ln w="19050" cap="flat" cmpd="sng">
              <a:solidFill>
                <a:schemeClr val="lt1"/>
              </a:solidFill>
              <a:prstDash val="solid"/>
              <a:round/>
              <a:headEnd type="none" w="med" len="med"/>
              <a:tailEnd type="none" w="med" len="med"/>
            </a:ln>
          </p:spPr>
        </p:cxnSp>
        <p:sp>
          <p:nvSpPr>
            <p:cNvPr id="222" name="Google Shape;222;p22"/>
            <p:cNvSpPr/>
            <p:nvPr/>
          </p:nvSpPr>
          <p:spPr>
            <a:xfrm flipH="1">
              <a:off x="6654200" y="4788200"/>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3" name="Google Shape;223;p22"/>
            <p:cNvCxnSpPr/>
            <p:nvPr/>
          </p:nvCxnSpPr>
          <p:spPr>
            <a:xfrm>
              <a:off x="7566300" y="4652784"/>
              <a:ext cx="1577700" cy="0"/>
            </a:xfrm>
            <a:prstGeom prst="straightConnector1">
              <a:avLst/>
            </a:prstGeom>
            <a:noFill/>
            <a:ln w="19050" cap="flat" cmpd="sng">
              <a:solidFill>
                <a:schemeClr val="accent2"/>
              </a:solidFill>
              <a:prstDash val="solid"/>
              <a:round/>
              <a:headEnd type="none" w="med" len="med"/>
              <a:tailEnd type="none" w="med" len="med"/>
            </a:ln>
          </p:spPr>
        </p:cxnSp>
      </p:grpSp>
      <p:sp>
        <p:nvSpPr>
          <p:cNvPr id="224" name="Google Shape;224;p22"/>
          <p:cNvSpPr txBox="1">
            <a:spLocks noGrp="1"/>
          </p:cNvSpPr>
          <p:nvPr>
            <p:ph type="title"/>
          </p:nvPr>
        </p:nvSpPr>
        <p:spPr>
          <a:xfrm>
            <a:off x="715050" y="358100"/>
            <a:ext cx="7713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800"/>
              <a:buFont typeface="Ramabhadra"/>
              <a:buNone/>
              <a:defRPr>
                <a:solidFill>
                  <a:schemeClr val="accent1"/>
                </a:solidFill>
              </a:defRPr>
            </a:lvl1pPr>
            <a:lvl2pPr lvl="1"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2pPr>
            <a:lvl3pPr lvl="2"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3pPr>
            <a:lvl4pPr lvl="3"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4pPr>
            <a:lvl5pPr lvl="4"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5pPr>
            <a:lvl6pPr lvl="5"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6pPr>
            <a:lvl7pPr lvl="6"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7pPr>
            <a:lvl8pPr lvl="7"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8pPr>
            <a:lvl9pPr lvl="8"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CUSTOM_2">
    <p:spTree>
      <p:nvGrpSpPr>
        <p:cNvPr id="1" name="Shape 225"/>
        <p:cNvGrpSpPr/>
        <p:nvPr/>
      </p:nvGrpSpPr>
      <p:grpSpPr>
        <a:xfrm>
          <a:off x="0" y="0"/>
          <a:ext cx="0" cy="0"/>
          <a:chOff x="0" y="0"/>
          <a:chExt cx="0" cy="0"/>
        </a:xfrm>
      </p:grpSpPr>
      <p:grpSp>
        <p:nvGrpSpPr>
          <p:cNvPr id="226" name="Google Shape;226;p23"/>
          <p:cNvGrpSpPr/>
          <p:nvPr/>
        </p:nvGrpSpPr>
        <p:grpSpPr>
          <a:xfrm>
            <a:off x="7132025" y="-63150"/>
            <a:ext cx="2410208" cy="2190775"/>
            <a:chOff x="7132025" y="-63150"/>
            <a:chExt cx="2410208" cy="2190775"/>
          </a:xfrm>
        </p:grpSpPr>
        <p:sp>
          <p:nvSpPr>
            <p:cNvPr id="227" name="Google Shape;227;p23"/>
            <p:cNvSpPr/>
            <p:nvPr/>
          </p:nvSpPr>
          <p:spPr>
            <a:xfrm rot="10800000" flipH="1">
              <a:off x="7274600" y="-17209"/>
              <a:ext cx="1869356" cy="2144834"/>
            </a:xfrm>
            <a:custGeom>
              <a:avLst/>
              <a:gdLst/>
              <a:ahLst/>
              <a:cxnLst/>
              <a:rect l="l" t="t" r="r" b="b"/>
              <a:pathLst>
                <a:path w="46137" h="52936" extrusionOk="0">
                  <a:moveTo>
                    <a:pt x="46137" y="0"/>
                  </a:moveTo>
                  <a:lnTo>
                    <a:pt x="31599" y="0"/>
                  </a:lnTo>
                  <a:cubicBezTo>
                    <a:pt x="29635" y="0"/>
                    <a:pt x="27813" y="1084"/>
                    <a:pt x="26896" y="2810"/>
                  </a:cubicBezTo>
                  <a:lnTo>
                    <a:pt x="0" y="52935"/>
                  </a:lnTo>
                  <a:lnTo>
                    <a:pt x="46137" y="52935"/>
                  </a:lnTo>
                  <a:lnTo>
                    <a:pt x="46137" y="0"/>
                  </a:ln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3"/>
            <p:cNvSpPr/>
            <p:nvPr/>
          </p:nvSpPr>
          <p:spPr>
            <a:xfrm>
              <a:off x="8134575" y="-63150"/>
              <a:ext cx="1407658" cy="1095603"/>
            </a:xfrm>
            <a:custGeom>
              <a:avLst/>
              <a:gdLst/>
              <a:ahLst/>
              <a:cxnLst/>
              <a:rect l="l" t="t" r="r" b="b"/>
              <a:pathLst>
                <a:path w="34910" h="27171" extrusionOk="0">
                  <a:moveTo>
                    <a:pt x="13264" y="12"/>
                  </a:moveTo>
                  <a:lnTo>
                    <a:pt x="1072" y="22765"/>
                  </a:lnTo>
                  <a:cubicBezTo>
                    <a:pt x="0" y="24765"/>
                    <a:pt x="1453" y="27171"/>
                    <a:pt x="3739" y="27171"/>
                  </a:cubicBezTo>
                  <a:lnTo>
                    <a:pt x="18526" y="27171"/>
                  </a:lnTo>
                  <a:cubicBezTo>
                    <a:pt x="19645" y="27171"/>
                    <a:pt x="20669" y="26563"/>
                    <a:pt x="21193" y="25587"/>
                  </a:cubicBezTo>
                  <a:lnTo>
                    <a:pt x="34909" y="1"/>
                  </a:lnTo>
                  <a:lnTo>
                    <a:pt x="13264" y="1"/>
                  </a:ln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3"/>
            <p:cNvSpPr/>
            <p:nvPr/>
          </p:nvSpPr>
          <p:spPr>
            <a:xfrm>
              <a:off x="8261925" y="535000"/>
              <a:ext cx="818600" cy="1140325"/>
            </a:xfrm>
            <a:custGeom>
              <a:avLst/>
              <a:gdLst/>
              <a:ahLst/>
              <a:cxnLst/>
              <a:rect l="l" t="t" r="r" b="b"/>
              <a:pathLst>
                <a:path w="32744" h="45613" extrusionOk="0">
                  <a:moveTo>
                    <a:pt x="23671" y="1488"/>
                  </a:moveTo>
                  <a:lnTo>
                    <a:pt x="1" y="45613"/>
                  </a:lnTo>
                  <a:lnTo>
                    <a:pt x="8288" y="45613"/>
                  </a:lnTo>
                  <a:lnTo>
                    <a:pt x="32743" y="0"/>
                  </a:lnTo>
                  <a:lnTo>
                    <a:pt x="26171" y="0"/>
                  </a:lnTo>
                  <a:cubicBezTo>
                    <a:pt x="25123" y="0"/>
                    <a:pt x="24159" y="572"/>
                    <a:pt x="23671" y="1488"/>
                  </a:cubicBez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0" name="Google Shape;230;p23"/>
            <p:cNvCxnSpPr/>
            <p:nvPr/>
          </p:nvCxnSpPr>
          <p:spPr>
            <a:xfrm rot="10800000" flipH="1">
              <a:off x="8012900" y="40425"/>
              <a:ext cx="416100" cy="720600"/>
            </a:xfrm>
            <a:prstGeom prst="straightConnector1">
              <a:avLst/>
            </a:prstGeom>
            <a:noFill/>
            <a:ln w="19050" cap="flat" cmpd="sng">
              <a:solidFill>
                <a:schemeClr val="lt1"/>
              </a:solidFill>
              <a:prstDash val="solid"/>
              <a:round/>
              <a:headEnd type="none" w="med" len="med"/>
              <a:tailEnd type="none" w="med" len="med"/>
            </a:ln>
          </p:spPr>
        </p:cxnSp>
        <p:cxnSp>
          <p:nvCxnSpPr>
            <p:cNvPr id="231" name="Google Shape;231;p23"/>
            <p:cNvCxnSpPr/>
            <p:nvPr/>
          </p:nvCxnSpPr>
          <p:spPr>
            <a:xfrm rot="10800000">
              <a:off x="7132025" y="-4875"/>
              <a:ext cx="749700" cy="1344600"/>
            </a:xfrm>
            <a:prstGeom prst="straightConnector1">
              <a:avLst/>
            </a:prstGeom>
            <a:noFill/>
            <a:ln w="19050" cap="flat" cmpd="sng">
              <a:solidFill>
                <a:schemeClr val="accent2"/>
              </a:solidFill>
              <a:prstDash val="solid"/>
              <a:round/>
              <a:headEnd type="none" w="med" len="med"/>
              <a:tailEnd type="none" w="med" len="med"/>
            </a:ln>
          </p:spPr>
        </p:cxnSp>
      </p:grpSp>
      <p:sp>
        <p:nvSpPr>
          <p:cNvPr id="232" name="Google Shape;232;p23"/>
          <p:cNvSpPr txBox="1">
            <a:spLocks noGrp="1"/>
          </p:cNvSpPr>
          <p:nvPr>
            <p:ph type="title"/>
          </p:nvPr>
        </p:nvSpPr>
        <p:spPr>
          <a:xfrm>
            <a:off x="715050" y="358100"/>
            <a:ext cx="7713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800"/>
              <a:buFont typeface="Ramabhadra"/>
              <a:buNone/>
              <a:defRPr>
                <a:solidFill>
                  <a:schemeClr val="accent1"/>
                </a:solidFill>
              </a:defRPr>
            </a:lvl1pPr>
            <a:lvl2pPr lvl="1"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2pPr>
            <a:lvl3pPr lvl="2"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3pPr>
            <a:lvl4pPr lvl="3"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4pPr>
            <a:lvl5pPr lvl="4"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5pPr>
            <a:lvl6pPr lvl="5"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6pPr>
            <a:lvl7pPr lvl="6"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7pPr>
            <a:lvl8pPr lvl="7"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8pPr>
            <a:lvl9pPr lvl="8" algn="ctr" rtl="0">
              <a:spcBef>
                <a:spcPts val="0"/>
              </a:spcBef>
              <a:spcAft>
                <a:spcPts val="0"/>
              </a:spcAft>
              <a:buClr>
                <a:schemeClr val="accent1"/>
              </a:buClr>
              <a:buSzPts val="2800"/>
              <a:buFont typeface="Ramabhadra"/>
              <a:buNone/>
              <a:defRPr sz="2800" b="1">
                <a:solidFill>
                  <a:schemeClr val="accent1"/>
                </a:solidFill>
                <a:latin typeface="Ramabhadra"/>
                <a:ea typeface="Ramabhadra"/>
                <a:cs typeface="Ramabhadra"/>
                <a:sym typeface="Ramabhadra"/>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1">
  <p:cSld name="BLANK_1_1_1_1_1_1_2_1">
    <p:spTree>
      <p:nvGrpSpPr>
        <p:cNvPr id="1" name="Shape 262"/>
        <p:cNvGrpSpPr/>
        <p:nvPr/>
      </p:nvGrpSpPr>
      <p:grpSpPr>
        <a:xfrm>
          <a:off x="0" y="0"/>
          <a:ext cx="0" cy="0"/>
          <a:chOff x="0" y="0"/>
          <a:chExt cx="0" cy="0"/>
        </a:xfrm>
      </p:grpSpPr>
      <p:grpSp>
        <p:nvGrpSpPr>
          <p:cNvPr id="263" name="Google Shape;263;p28"/>
          <p:cNvGrpSpPr/>
          <p:nvPr/>
        </p:nvGrpSpPr>
        <p:grpSpPr>
          <a:xfrm>
            <a:off x="-2021398" y="-280488"/>
            <a:ext cx="13186853" cy="5587491"/>
            <a:chOff x="-2021398" y="-280488"/>
            <a:chExt cx="13186853" cy="5587491"/>
          </a:xfrm>
        </p:grpSpPr>
        <p:grpSp>
          <p:nvGrpSpPr>
            <p:cNvPr id="264" name="Google Shape;264;p28"/>
            <p:cNvGrpSpPr/>
            <p:nvPr/>
          </p:nvGrpSpPr>
          <p:grpSpPr>
            <a:xfrm>
              <a:off x="-2021398" y="-280488"/>
              <a:ext cx="3285628" cy="5470491"/>
              <a:chOff x="-2021398" y="-280488"/>
              <a:chExt cx="3285628" cy="5470491"/>
            </a:xfrm>
          </p:grpSpPr>
          <p:pic>
            <p:nvPicPr>
              <p:cNvPr id="265" name="Google Shape;265;p28"/>
              <p:cNvPicPr preferRelativeResize="0"/>
              <p:nvPr/>
            </p:nvPicPr>
            <p:blipFill>
              <a:blip r:embed="rId2">
                <a:alphaModFix/>
              </a:blip>
              <a:stretch>
                <a:fillRect/>
              </a:stretch>
            </p:blipFill>
            <p:spPr>
              <a:xfrm rot="5400000">
                <a:off x="-3112423" y="810537"/>
                <a:ext cx="5423976" cy="3241926"/>
              </a:xfrm>
              <a:prstGeom prst="rect">
                <a:avLst/>
              </a:prstGeom>
              <a:noFill/>
              <a:ln>
                <a:noFill/>
              </a:ln>
            </p:spPr>
          </p:pic>
          <p:sp>
            <p:nvSpPr>
              <p:cNvPr id="266" name="Google Shape;266;p28"/>
              <p:cNvSpPr/>
              <p:nvPr/>
            </p:nvSpPr>
            <p:spPr>
              <a:xfrm rot="10800000" flipH="1">
                <a:off x="-980170" y="-153175"/>
                <a:ext cx="1381200" cy="2023500"/>
              </a:xfrm>
              <a:prstGeom prst="round1Rect">
                <a:avLst>
                  <a:gd name="adj" fmla="val 50000"/>
                </a:avLst>
              </a:prstGeom>
              <a:gradFill>
                <a:gsLst>
                  <a:gs pos="0">
                    <a:schemeClr val="accent1"/>
                  </a:gs>
                  <a:gs pos="63000">
                    <a:srgbClr val="194175"/>
                  </a:gs>
                  <a:gs pos="100000">
                    <a:schemeClr val="accen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8"/>
              <p:cNvSpPr/>
              <p:nvPr/>
            </p:nvSpPr>
            <p:spPr>
              <a:xfrm rot="10800000">
                <a:off x="-980184" y="2606537"/>
                <a:ext cx="2200736" cy="2583466"/>
              </a:xfrm>
              <a:custGeom>
                <a:avLst/>
                <a:gdLst/>
                <a:ahLst/>
                <a:cxnLst/>
                <a:rect l="l" t="t" r="r" b="b"/>
                <a:pathLst>
                  <a:path w="30112" h="35350" extrusionOk="0">
                    <a:moveTo>
                      <a:pt x="30111" y="0"/>
                    </a:moveTo>
                    <a:lnTo>
                      <a:pt x="0" y="0"/>
                    </a:lnTo>
                    <a:lnTo>
                      <a:pt x="17169" y="32016"/>
                    </a:lnTo>
                    <a:cubicBezTo>
                      <a:pt x="18265" y="34064"/>
                      <a:pt x="20408" y="35350"/>
                      <a:pt x="22753" y="35350"/>
                    </a:cubicBezTo>
                    <a:lnTo>
                      <a:pt x="30111" y="35350"/>
                    </a:ln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8"/>
              <p:cNvSpPr/>
              <p:nvPr/>
            </p:nvSpPr>
            <p:spPr>
              <a:xfrm flipH="1">
                <a:off x="-49362" y="3718588"/>
                <a:ext cx="1313592" cy="1462763"/>
              </a:xfrm>
              <a:custGeom>
                <a:avLst/>
                <a:gdLst/>
                <a:ahLst/>
                <a:cxnLst/>
                <a:rect l="l" t="t" r="r" b="b"/>
                <a:pathLst>
                  <a:path w="26004" h="28957" extrusionOk="0">
                    <a:moveTo>
                      <a:pt x="16931" y="1"/>
                    </a:moveTo>
                    <a:cubicBezTo>
                      <a:pt x="16062" y="1"/>
                      <a:pt x="15276" y="477"/>
                      <a:pt x="14871" y="1239"/>
                    </a:cubicBezTo>
                    <a:lnTo>
                      <a:pt x="0" y="28957"/>
                    </a:lnTo>
                    <a:lnTo>
                      <a:pt x="11490" y="28957"/>
                    </a:lnTo>
                    <a:lnTo>
                      <a:pt x="25182" y="3418"/>
                    </a:lnTo>
                    <a:cubicBezTo>
                      <a:pt x="26003" y="1870"/>
                      <a:pt x="24872" y="1"/>
                      <a:pt x="231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9" name="Google Shape;269;p28"/>
              <p:cNvCxnSpPr/>
              <p:nvPr/>
            </p:nvCxnSpPr>
            <p:spPr>
              <a:xfrm rot="10800000">
                <a:off x="-133745" y="2037184"/>
                <a:ext cx="803700" cy="1498500"/>
              </a:xfrm>
              <a:prstGeom prst="straightConnector1">
                <a:avLst/>
              </a:prstGeom>
              <a:noFill/>
              <a:ln w="19050" cap="flat" cmpd="sng">
                <a:solidFill>
                  <a:schemeClr val="accent1"/>
                </a:solidFill>
                <a:prstDash val="solid"/>
                <a:round/>
                <a:headEnd type="none" w="med" len="med"/>
                <a:tailEnd type="none" w="med" len="med"/>
              </a:ln>
            </p:spPr>
          </p:cxnSp>
          <p:sp>
            <p:nvSpPr>
              <p:cNvPr id="270" name="Google Shape;270;p28"/>
              <p:cNvSpPr/>
              <p:nvPr/>
            </p:nvSpPr>
            <p:spPr>
              <a:xfrm>
                <a:off x="341500" y="1930000"/>
                <a:ext cx="747202" cy="831749"/>
              </a:xfrm>
              <a:custGeom>
                <a:avLst/>
                <a:gdLst/>
                <a:ahLst/>
                <a:cxnLst/>
                <a:rect l="l" t="t" r="r" b="b"/>
                <a:pathLst>
                  <a:path w="13884" h="15455" extrusionOk="0">
                    <a:moveTo>
                      <a:pt x="9037" y="15454"/>
                    </a:moveTo>
                    <a:lnTo>
                      <a:pt x="12335" y="15454"/>
                    </a:lnTo>
                    <a:cubicBezTo>
                      <a:pt x="13276" y="15454"/>
                      <a:pt x="13883" y="14454"/>
                      <a:pt x="13443" y="13633"/>
                    </a:cubicBezTo>
                    <a:lnTo>
                      <a:pt x="6132" y="0"/>
                    </a:lnTo>
                    <a:lnTo>
                      <a:pt x="0" y="0"/>
                    </a:lnTo>
                    <a:lnTo>
                      <a:pt x="7930" y="14799"/>
                    </a:lnTo>
                    <a:cubicBezTo>
                      <a:pt x="8144" y="15204"/>
                      <a:pt x="8573" y="15454"/>
                      <a:pt x="9037" y="15454"/>
                    </a:cubicBez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28"/>
            <p:cNvGrpSpPr/>
            <p:nvPr/>
          </p:nvGrpSpPr>
          <p:grpSpPr>
            <a:xfrm flipH="1">
              <a:off x="7879827" y="-163488"/>
              <a:ext cx="3285628" cy="5470491"/>
              <a:chOff x="-2021398" y="-280488"/>
              <a:chExt cx="3285628" cy="5470491"/>
            </a:xfrm>
          </p:grpSpPr>
          <p:pic>
            <p:nvPicPr>
              <p:cNvPr id="272" name="Google Shape;272;p28"/>
              <p:cNvPicPr preferRelativeResize="0"/>
              <p:nvPr/>
            </p:nvPicPr>
            <p:blipFill>
              <a:blip r:embed="rId2">
                <a:alphaModFix/>
              </a:blip>
              <a:stretch>
                <a:fillRect/>
              </a:stretch>
            </p:blipFill>
            <p:spPr>
              <a:xfrm rot="5400000">
                <a:off x="-3112423" y="810537"/>
                <a:ext cx="5423976" cy="3241926"/>
              </a:xfrm>
              <a:prstGeom prst="rect">
                <a:avLst/>
              </a:prstGeom>
              <a:noFill/>
              <a:ln>
                <a:noFill/>
              </a:ln>
            </p:spPr>
          </p:pic>
          <p:sp>
            <p:nvSpPr>
              <p:cNvPr id="273" name="Google Shape;273;p28"/>
              <p:cNvSpPr/>
              <p:nvPr/>
            </p:nvSpPr>
            <p:spPr>
              <a:xfrm rot="10800000" flipH="1">
                <a:off x="-980170" y="-153175"/>
                <a:ext cx="1381200" cy="2023500"/>
              </a:xfrm>
              <a:prstGeom prst="round1Rect">
                <a:avLst>
                  <a:gd name="adj" fmla="val 50000"/>
                </a:avLst>
              </a:prstGeom>
              <a:gradFill>
                <a:gsLst>
                  <a:gs pos="0">
                    <a:schemeClr val="accent1"/>
                  </a:gs>
                  <a:gs pos="63000">
                    <a:srgbClr val="194175"/>
                  </a:gs>
                  <a:gs pos="100000">
                    <a:schemeClr val="accen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8"/>
              <p:cNvSpPr/>
              <p:nvPr/>
            </p:nvSpPr>
            <p:spPr>
              <a:xfrm rot="10800000">
                <a:off x="-980184" y="2606537"/>
                <a:ext cx="2200736" cy="2583466"/>
              </a:xfrm>
              <a:custGeom>
                <a:avLst/>
                <a:gdLst/>
                <a:ahLst/>
                <a:cxnLst/>
                <a:rect l="l" t="t" r="r" b="b"/>
                <a:pathLst>
                  <a:path w="30112" h="35350" extrusionOk="0">
                    <a:moveTo>
                      <a:pt x="30111" y="0"/>
                    </a:moveTo>
                    <a:lnTo>
                      <a:pt x="0" y="0"/>
                    </a:lnTo>
                    <a:lnTo>
                      <a:pt x="17169" y="32016"/>
                    </a:lnTo>
                    <a:cubicBezTo>
                      <a:pt x="18265" y="34064"/>
                      <a:pt x="20408" y="35350"/>
                      <a:pt x="22753" y="35350"/>
                    </a:cubicBezTo>
                    <a:lnTo>
                      <a:pt x="30111" y="35350"/>
                    </a:ln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8"/>
              <p:cNvSpPr/>
              <p:nvPr/>
            </p:nvSpPr>
            <p:spPr>
              <a:xfrm flipH="1">
                <a:off x="-49362" y="3718588"/>
                <a:ext cx="1313592" cy="1462763"/>
              </a:xfrm>
              <a:custGeom>
                <a:avLst/>
                <a:gdLst/>
                <a:ahLst/>
                <a:cxnLst/>
                <a:rect l="l" t="t" r="r" b="b"/>
                <a:pathLst>
                  <a:path w="26004" h="28957" extrusionOk="0">
                    <a:moveTo>
                      <a:pt x="16931" y="1"/>
                    </a:moveTo>
                    <a:cubicBezTo>
                      <a:pt x="16062" y="1"/>
                      <a:pt x="15276" y="477"/>
                      <a:pt x="14871" y="1239"/>
                    </a:cubicBezTo>
                    <a:lnTo>
                      <a:pt x="0" y="28957"/>
                    </a:lnTo>
                    <a:lnTo>
                      <a:pt x="11490" y="28957"/>
                    </a:lnTo>
                    <a:lnTo>
                      <a:pt x="25182" y="3418"/>
                    </a:lnTo>
                    <a:cubicBezTo>
                      <a:pt x="26003" y="1870"/>
                      <a:pt x="24872" y="1"/>
                      <a:pt x="231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6" name="Google Shape;276;p28"/>
              <p:cNvCxnSpPr/>
              <p:nvPr/>
            </p:nvCxnSpPr>
            <p:spPr>
              <a:xfrm rot="10800000">
                <a:off x="-133745" y="2037184"/>
                <a:ext cx="803700" cy="1498500"/>
              </a:xfrm>
              <a:prstGeom prst="straightConnector1">
                <a:avLst/>
              </a:prstGeom>
              <a:noFill/>
              <a:ln w="19050" cap="flat" cmpd="sng">
                <a:solidFill>
                  <a:schemeClr val="accent1"/>
                </a:solidFill>
                <a:prstDash val="solid"/>
                <a:round/>
                <a:headEnd type="none" w="med" len="med"/>
                <a:tailEnd type="none" w="med" len="med"/>
              </a:ln>
            </p:spPr>
          </p:cxnSp>
          <p:sp>
            <p:nvSpPr>
              <p:cNvPr id="277" name="Google Shape;277;p28"/>
              <p:cNvSpPr/>
              <p:nvPr/>
            </p:nvSpPr>
            <p:spPr>
              <a:xfrm>
                <a:off x="341500" y="1930000"/>
                <a:ext cx="747202" cy="831749"/>
              </a:xfrm>
              <a:custGeom>
                <a:avLst/>
                <a:gdLst/>
                <a:ahLst/>
                <a:cxnLst/>
                <a:rect l="l" t="t" r="r" b="b"/>
                <a:pathLst>
                  <a:path w="13884" h="15455" extrusionOk="0">
                    <a:moveTo>
                      <a:pt x="9037" y="15454"/>
                    </a:moveTo>
                    <a:lnTo>
                      <a:pt x="12335" y="15454"/>
                    </a:lnTo>
                    <a:cubicBezTo>
                      <a:pt x="13276" y="15454"/>
                      <a:pt x="13883" y="14454"/>
                      <a:pt x="13443" y="13633"/>
                    </a:cubicBezTo>
                    <a:lnTo>
                      <a:pt x="6132" y="0"/>
                    </a:lnTo>
                    <a:lnTo>
                      <a:pt x="0" y="0"/>
                    </a:lnTo>
                    <a:lnTo>
                      <a:pt x="7930" y="14799"/>
                    </a:lnTo>
                    <a:cubicBezTo>
                      <a:pt x="8144" y="15204"/>
                      <a:pt x="8573" y="15454"/>
                      <a:pt x="9037" y="15454"/>
                    </a:cubicBez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8" name="Google Shape;278;p28"/>
          <p:cNvSpPr txBox="1">
            <a:spLocks noGrp="1"/>
          </p:cNvSpPr>
          <p:nvPr>
            <p:ph type="ctrTitle"/>
          </p:nvPr>
        </p:nvSpPr>
        <p:spPr>
          <a:xfrm>
            <a:off x="2430025" y="669825"/>
            <a:ext cx="4284000" cy="99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79" name="Google Shape;279;p28"/>
          <p:cNvSpPr txBox="1">
            <a:spLocks noGrp="1"/>
          </p:cNvSpPr>
          <p:nvPr>
            <p:ph type="subTitle" idx="1"/>
          </p:nvPr>
        </p:nvSpPr>
        <p:spPr>
          <a:xfrm>
            <a:off x="2425075" y="1646825"/>
            <a:ext cx="4293900" cy="959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80" name="Google Shape;280;p28"/>
          <p:cNvSpPr txBox="1"/>
          <p:nvPr/>
        </p:nvSpPr>
        <p:spPr>
          <a:xfrm>
            <a:off x="2122375" y="3363700"/>
            <a:ext cx="4899300" cy="92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Raleway Medium"/>
                <a:ea typeface="Raleway Medium"/>
                <a:cs typeface="Raleway Medium"/>
                <a:sym typeface="Raleway Medium"/>
              </a:rPr>
              <a:t>CREDITS: This presentation template was created by</a:t>
            </a:r>
            <a:r>
              <a:rPr lang="en">
                <a:solidFill>
                  <a:schemeClr val="accent1"/>
                </a:solidFill>
                <a:latin typeface="Raleway"/>
                <a:ea typeface="Raleway"/>
                <a:cs typeface="Raleway"/>
                <a:sym typeface="Raleway"/>
              </a:rPr>
              <a:t> </a:t>
            </a:r>
            <a:r>
              <a:rPr lang="en" b="1">
                <a:solidFill>
                  <a:schemeClr val="accent1"/>
                </a:solidFill>
                <a:uFill>
                  <a:noFill/>
                </a:uFill>
                <a:latin typeface="Raleway"/>
                <a:ea typeface="Raleway"/>
                <a:cs typeface="Raleway"/>
                <a:sym typeface="Raleway"/>
                <a:hlinkClick r:id="rId3">
                  <a:extLst>
                    <a:ext uri="{A12FA001-AC4F-418D-AE19-62706E023703}">
                      <ahyp:hlinkClr xmlns:ahyp="http://schemas.microsoft.com/office/drawing/2018/hyperlinkcolor" val="tx"/>
                    </a:ext>
                  </a:extLst>
                </a:hlinkClick>
              </a:rPr>
              <a:t>Slidesgo</a:t>
            </a:r>
            <a:r>
              <a:rPr lang="en">
                <a:solidFill>
                  <a:schemeClr val="accent1"/>
                </a:solidFill>
                <a:latin typeface="Raleway Medium"/>
                <a:ea typeface="Raleway Medium"/>
                <a:cs typeface="Raleway Medium"/>
                <a:sym typeface="Raleway Medium"/>
              </a:rPr>
              <a:t>, including icons by</a:t>
            </a:r>
            <a:r>
              <a:rPr lang="en">
                <a:solidFill>
                  <a:schemeClr val="accent1"/>
                </a:solidFill>
                <a:latin typeface="Raleway"/>
                <a:ea typeface="Raleway"/>
                <a:cs typeface="Raleway"/>
                <a:sym typeface="Raleway"/>
              </a:rPr>
              <a:t> </a:t>
            </a:r>
            <a:r>
              <a:rPr lang="en" b="1">
                <a:solidFill>
                  <a:schemeClr val="accent1"/>
                </a:solidFill>
                <a:uFill>
                  <a:noFill/>
                </a:uFill>
                <a:latin typeface="Raleway"/>
                <a:ea typeface="Raleway"/>
                <a:cs typeface="Raleway"/>
                <a:sym typeface="Raleway"/>
                <a:hlinkClick r:id="rId4">
                  <a:extLst>
                    <a:ext uri="{A12FA001-AC4F-418D-AE19-62706E023703}">
                      <ahyp:hlinkClr xmlns:ahyp="http://schemas.microsoft.com/office/drawing/2018/hyperlinkcolor" val="tx"/>
                    </a:ext>
                  </a:extLst>
                </a:hlinkClick>
              </a:rPr>
              <a:t>Flaticon</a:t>
            </a:r>
            <a:r>
              <a:rPr lang="en">
                <a:solidFill>
                  <a:schemeClr val="accent1"/>
                </a:solidFill>
                <a:latin typeface="Raleway Medium"/>
                <a:ea typeface="Raleway Medium"/>
                <a:cs typeface="Raleway Medium"/>
                <a:sym typeface="Raleway Medium"/>
              </a:rPr>
              <a:t>, infographics &amp;</a:t>
            </a:r>
            <a:r>
              <a:rPr lang="en">
                <a:solidFill>
                  <a:schemeClr val="accent1"/>
                </a:solidFill>
                <a:latin typeface="Raleway"/>
                <a:ea typeface="Raleway"/>
                <a:cs typeface="Raleway"/>
                <a:sym typeface="Raleway"/>
              </a:rPr>
              <a:t> </a:t>
            </a:r>
            <a:r>
              <a:rPr lang="en">
                <a:solidFill>
                  <a:schemeClr val="accent1"/>
                </a:solidFill>
                <a:latin typeface="Raleway Medium"/>
                <a:ea typeface="Raleway Medium"/>
                <a:cs typeface="Raleway Medium"/>
                <a:sym typeface="Raleway Medium"/>
              </a:rPr>
              <a:t>images by </a:t>
            </a:r>
            <a:r>
              <a:rPr lang="en" b="1">
                <a:solidFill>
                  <a:schemeClr val="accent1"/>
                </a:solidFill>
                <a:uFill>
                  <a:noFill/>
                </a:uFill>
                <a:latin typeface="Raleway"/>
                <a:ea typeface="Raleway"/>
                <a:cs typeface="Raleway"/>
                <a:sym typeface="Raleway"/>
                <a:hlinkClick r:id="rId5">
                  <a:extLst>
                    <a:ext uri="{A12FA001-AC4F-418D-AE19-62706E023703}">
                      <ahyp:hlinkClr xmlns:ahyp="http://schemas.microsoft.com/office/drawing/2018/hyperlinkcolor" val="tx"/>
                    </a:ext>
                  </a:extLst>
                </a:hlinkClick>
              </a:rPr>
              <a:t>Freepik</a:t>
            </a:r>
            <a:endParaRPr b="1">
              <a:solidFill>
                <a:schemeClr val="accent1"/>
              </a:solidFill>
              <a:latin typeface="Raleway"/>
              <a:ea typeface="Raleway"/>
              <a:cs typeface="Raleway"/>
              <a:sym typeface="Raleway"/>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81"/>
        <p:cNvGrpSpPr/>
        <p:nvPr/>
      </p:nvGrpSpPr>
      <p:grpSpPr>
        <a:xfrm>
          <a:off x="0" y="0"/>
          <a:ext cx="0" cy="0"/>
          <a:chOff x="0" y="0"/>
          <a:chExt cx="0" cy="0"/>
        </a:xfrm>
      </p:grpSpPr>
      <p:grpSp>
        <p:nvGrpSpPr>
          <p:cNvPr id="282" name="Google Shape;282;p29"/>
          <p:cNvGrpSpPr/>
          <p:nvPr/>
        </p:nvGrpSpPr>
        <p:grpSpPr>
          <a:xfrm>
            <a:off x="-289287" y="-577506"/>
            <a:ext cx="10470663" cy="5721007"/>
            <a:chOff x="-289287" y="-577506"/>
            <a:chExt cx="10470663" cy="5721007"/>
          </a:xfrm>
        </p:grpSpPr>
        <p:sp>
          <p:nvSpPr>
            <p:cNvPr id="283" name="Google Shape;283;p29"/>
            <p:cNvSpPr/>
            <p:nvPr/>
          </p:nvSpPr>
          <p:spPr>
            <a:xfrm flipH="1">
              <a:off x="-227693" y="-82087"/>
              <a:ext cx="1585322" cy="1861089"/>
            </a:xfrm>
            <a:custGeom>
              <a:avLst/>
              <a:gdLst/>
              <a:ahLst/>
              <a:cxnLst/>
              <a:rect l="l" t="t" r="r" b="b"/>
              <a:pathLst>
                <a:path w="30112" h="35350" extrusionOk="0">
                  <a:moveTo>
                    <a:pt x="30111" y="0"/>
                  </a:moveTo>
                  <a:lnTo>
                    <a:pt x="0" y="0"/>
                  </a:lnTo>
                  <a:lnTo>
                    <a:pt x="17169" y="32016"/>
                  </a:lnTo>
                  <a:cubicBezTo>
                    <a:pt x="18265" y="34064"/>
                    <a:pt x="20408" y="35350"/>
                    <a:pt x="22753" y="35350"/>
                  </a:cubicBezTo>
                  <a:lnTo>
                    <a:pt x="30111" y="35350"/>
                  </a:ln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9"/>
            <p:cNvSpPr/>
            <p:nvPr/>
          </p:nvSpPr>
          <p:spPr>
            <a:xfrm rot="3397010" flipH="1">
              <a:off x="21768" y="-360169"/>
              <a:ext cx="1298627" cy="1444518"/>
            </a:xfrm>
            <a:custGeom>
              <a:avLst/>
              <a:gdLst/>
              <a:ahLst/>
              <a:cxnLst/>
              <a:rect l="l" t="t" r="r" b="b"/>
              <a:pathLst>
                <a:path w="13895" h="15456" extrusionOk="0">
                  <a:moveTo>
                    <a:pt x="4846" y="15455"/>
                  </a:moveTo>
                  <a:lnTo>
                    <a:pt x="1548" y="15455"/>
                  </a:lnTo>
                  <a:cubicBezTo>
                    <a:pt x="608" y="15455"/>
                    <a:pt x="0" y="14455"/>
                    <a:pt x="453" y="13634"/>
                  </a:cubicBezTo>
                  <a:lnTo>
                    <a:pt x="7763" y="1"/>
                  </a:lnTo>
                  <a:lnTo>
                    <a:pt x="13895" y="1"/>
                  </a:lnTo>
                  <a:lnTo>
                    <a:pt x="5953" y="14800"/>
                  </a:lnTo>
                  <a:cubicBezTo>
                    <a:pt x="5739" y="15205"/>
                    <a:pt x="5311" y="15455"/>
                    <a:pt x="4846" y="15455"/>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9"/>
            <p:cNvSpPr/>
            <p:nvPr/>
          </p:nvSpPr>
          <p:spPr>
            <a:xfrm>
              <a:off x="7613825" y="4684125"/>
              <a:ext cx="1698150" cy="459376"/>
            </a:xfrm>
            <a:custGeom>
              <a:avLst/>
              <a:gdLst/>
              <a:ahLst/>
              <a:cxnLst/>
              <a:rect l="l" t="t" r="r" b="b"/>
              <a:pathLst>
                <a:path w="22361" h="6049" extrusionOk="0">
                  <a:moveTo>
                    <a:pt x="19336" y="6049"/>
                  </a:moveTo>
                  <a:lnTo>
                    <a:pt x="3024" y="6049"/>
                  </a:lnTo>
                  <a:cubicBezTo>
                    <a:pt x="1358" y="6049"/>
                    <a:pt x="0" y="4692"/>
                    <a:pt x="0" y="3025"/>
                  </a:cubicBezTo>
                  <a:lnTo>
                    <a:pt x="0" y="3025"/>
                  </a:lnTo>
                  <a:cubicBezTo>
                    <a:pt x="0" y="1358"/>
                    <a:pt x="1358" y="1"/>
                    <a:pt x="3024" y="1"/>
                  </a:cubicBezTo>
                  <a:lnTo>
                    <a:pt x="19336" y="1"/>
                  </a:lnTo>
                  <a:cubicBezTo>
                    <a:pt x="21003" y="1"/>
                    <a:pt x="22360" y="1358"/>
                    <a:pt x="22360" y="3025"/>
                  </a:cubicBezTo>
                  <a:lnTo>
                    <a:pt x="22360" y="3025"/>
                  </a:lnTo>
                  <a:cubicBezTo>
                    <a:pt x="22360" y="4692"/>
                    <a:pt x="21003" y="6049"/>
                    <a:pt x="19336" y="6049"/>
                  </a:cubicBez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9"/>
            <p:cNvSpPr/>
            <p:nvPr/>
          </p:nvSpPr>
          <p:spPr>
            <a:xfrm>
              <a:off x="8483225" y="0"/>
              <a:ext cx="1698150" cy="459376"/>
            </a:xfrm>
            <a:custGeom>
              <a:avLst/>
              <a:gdLst/>
              <a:ahLst/>
              <a:cxnLst/>
              <a:rect l="l" t="t" r="r" b="b"/>
              <a:pathLst>
                <a:path w="22361" h="6049" extrusionOk="0">
                  <a:moveTo>
                    <a:pt x="19336" y="6049"/>
                  </a:moveTo>
                  <a:lnTo>
                    <a:pt x="3024" y="6049"/>
                  </a:lnTo>
                  <a:cubicBezTo>
                    <a:pt x="1358" y="6049"/>
                    <a:pt x="0" y="4692"/>
                    <a:pt x="0" y="3025"/>
                  </a:cubicBezTo>
                  <a:lnTo>
                    <a:pt x="0" y="3025"/>
                  </a:lnTo>
                  <a:cubicBezTo>
                    <a:pt x="0" y="1358"/>
                    <a:pt x="1358" y="1"/>
                    <a:pt x="3024" y="1"/>
                  </a:cubicBezTo>
                  <a:lnTo>
                    <a:pt x="19336" y="1"/>
                  </a:lnTo>
                  <a:cubicBezTo>
                    <a:pt x="21003" y="1"/>
                    <a:pt x="22360" y="1358"/>
                    <a:pt x="22360" y="3025"/>
                  </a:cubicBezTo>
                  <a:lnTo>
                    <a:pt x="22360" y="3025"/>
                  </a:lnTo>
                  <a:cubicBezTo>
                    <a:pt x="22360" y="4692"/>
                    <a:pt x="21003" y="6049"/>
                    <a:pt x="19336" y="6049"/>
                  </a:cubicBez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2">
  <p:cSld name="CUSTOM_8">
    <p:spTree>
      <p:nvGrpSpPr>
        <p:cNvPr id="1" name="Shape 287"/>
        <p:cNvGrpSpPr/>
        <p:nvPr/>
      </p:nvGrpSpPr>
      <p:grpSpPr>
        <a:xfrm>
          <a:off x="0" y="0"/>
          <a:ext cx="0" cy="0"/>
          <a:chOff x="0" y="0"/>
          <a:chExt cx="0" cy="0"/>
        </a:xfrm>
      </p:grpSpPr>
      <p:grpSp>
        <p:nvGrpSpPr>
          <p:cNvPr id="288" name="Google Shape;288;p30"/>
          <p:cNvGrpSpPr/>
          <p:nvPr/>
        </p:nvGrpSpPr>
        <p:grpSpPr>
          <a:xfrm>
            <a:off x="0" y="12"/>
            <a:ext cx="9144007" cy="5143489"/>
            <a:chOff x="0" y="12"/>
            <a:chExt cx="9144007" cy="5143489"/>
          </a:xfrm>
        </p:grpSpPr>
        <p:grpSp>
          <p:nvGrpSpPr>
            <p:cNvPr id="289" name="Google Shape;289;p30"/>
            <p:cNvGrpSpPr/>
            <p:nvPr/>
          </p:nvGrpSpPr>
          <p:grpSpPr>
            <a:xfrm>
              <a:off x="0" y="3592959"/>
              <a:ext cx="2320507" cy="1550542"/>
              <a:chOff x="0" y="3592959"/>
              <a:chExt cx="2320507" cy="1550542"/>
            </a:xfrm>
          </p:grpSpPr>
          <p:sp>
            <p:nvSpPr>
              <p:cNvPr id="290" name="Google Shape;290;p30"/>
              <p:cNvSpPr/>
              <p:nvPr/>
            </p:nvSpPr>
            <p:spPr>
              <a:xfrm>
                <a:off x="0" y="4661800"/>
                <a:ext cx="2320507" cy="481701"/>
              </a:xfrm>
              <a:custGeom>
                <a:avLst/>
                <a:gdLst/>
                <a:ahLst/>
                <a:cxnLst/>
                <a:rect l="l" t="t" r="r" b="b"/>
                <a:pathLst>
                  <a:path w="40899" h="8490" extrusionOk="0">
                    <a:moveTo>
                      <a:pt x="37386" y="0"/>
                    </a:moveTo>
                    <a:lnTo>
                      <a:pt x="1" y="0"/>
                    </a:lnTo>
                    <a:lnTo>
                      <a:pt x="1" y="8490"/>
                    </a:lnTo>
                    <a:lnTo>
                      <a:pt x="35850" y="8490"/>
                    </a:lnTo>
                    <a:cubicBezTo>
                      <a:pt x="36898" y="8490"/>
                      <a:pt x="37863" y="7918"/>
                      <a:pt x="38363" y="7001"/>
                    </a:cubicBezTo>
                    <a:lnTo>
                      <a:pt x="39887" y="4132"/>
                    </a:lnTo>
                    <a:cubicBezTo>
                      <a:pt x="40899" y="2263"/>
                      <a:pt x="39529" y="0"/>
                      <a:pt x="37386" y="0"/>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0"/>
              <p:cNvSpPr/>
              <p:nvPr/>
            </p:nvSpPr>
            <p:spPr>
              <a:xfrm>
                <a:off x="0" y="3592959"/>
                <a:ext cx="1139773" cy="1550539"/>
              </a:xfrm>
              <a:custGeom>
                <a:avLst/>
                <a:gdLst/>
                <a:ahLst/>
                <a:cxnLst/>
                <a:rect l="l" t="t" r="r" b="b"/>
                <a:pathLst>
                  <a:path w="24576" h="33433" extrusionOk="0">
                    <a:moveTo>
                      <a:pt x="22611" y="83"/>
                    </a:moveTo>
                    <a:lnTo>
                      <a:pt x="1" y="0"/>
                    </a:lnTo>
                    <a:lnTo>
                      <a:pt x="1" y="33433"/>
                    </a:lnTo>
                    <a:lnTo>
                      <a:pt x="7513" y="33433"/>
                    </a:lnTo>
                    <a:lnTo>
                      <a:pt x="24015" y="2405"/>
                    </a:lnTo>
                    <a:cubicBezTo>
                      <a:pt x="24575" y="1357"/>
                      <a:pt x="23813" y="95"/>
                      <a:pt x="22611" y="83"/>
                    </a:cubicBez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0"/>
              <p:cNvSpPr/>
              <p:nvPr/>
            </p:nvSpPr>
            <p:spPr>
              <a:xfrm>
                <a:off x="244913" y="4013000"/>
                <a:ext cx="940363" cy="1046767"/>
              </a:xfrm>
              <a:custGeom>
                <a:avLst/>
                <a:gdLst/>
                <a:ahLst/>
                <a:cxnLst/>
                <a:rect l="l" t="t" r="r" b="b"/>
                <a:pathLst>
                  <a:path w="13884" h="15455" extrusionOk="0">
                    <a:moveTo>
                      <a:pt x="9037" y="15454"/>
                    </a:moveTo>
                    <a:lnTo>
                      <a:pt x="12335" y="15454"/>
                    </a:lnTo>
                    <a:cubicBezTo>
                      <a:pt x="13276" y="15454"/>
                      <a:pt x="13883" y="14454"/>
                      <a:pt x="13443" y="13633"/>
                    </a:cubicBezTo>
                    <a:lnTo>
                      <a:pt x="6132" y="0"/>
                    </a:lnTo>
                    <a:lnTo>
                      <a:pt x="0" y="0"/>
                    </a:lnTo>
                    <a:lnTo>
                      <a:pt x="7930" y="14799"/>
                    </a:lnTo>
                    <a:cubicBezTo>
                      <a:pt x="8144" y="15204"/>
                      <a:pt x="8573" y="15454"/>
                      <a:pt x="9037" y="15454"/>
                    </a:cubicBez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30"/>
            <p:cNvGrpSpPr/>
            <p:nvPr/>
          </p:nvGrpSpPr>
          <p:grpSpPr>
            <a:xfrm flipH="1">
              <a:off x="7958731" y="12"/>
              <a:ext cx="1185276" cy="1550539"/>
              <a:chOff x="0" y="3592959"/>
              <a:chExt cx="1185276" cy="1550539"/>
            </a:xfrm>
          </p:grpSpPr>
          <p:sp>
            <p:nvSpPr>
              <p:cNvPr id="294" name="Google Shape;294;p30"/>
              <p:cNvSpPr/>
              <p:nvPr/>
            </p:nvSpPr>
            <p:spPr>
              <a:xfrm>
                <a:off x="0" y="3592959"/>
                <a:ext cx="1139773" cy="1550539"/>
              </a:xfrm>
              <a:custGeom>
                <a:avLst/>
                <a:gdLst/>
                <a:ahLst/>
                <a:cxnLst/>
                <a:rect l="l" t="t" r="r" b="b"/>
                <a:pathLst>
                  <a:path w="24576" h="33433" extrusionOk="0">
                    <a:moveTo>
                      <a:pt x="22611" y="83"/>
                    </a:moveTo>
                    <a:lnTo>
                      <a:pt x="1" y="0"/>
                    </a:lnTo>
                    <a:lnTo>
                      <a:pt x="1" y="33433"/>
                    </a:lnTo>
                    <a:lnTo>
                      <a:pt x="7513" y="33433"/>
                    </a:lnTo>
                    <a:lnTo>
                      <a:pt x="24015" y="2405"/>
                    </a:lnTo>
                    <a:cubicBezTo>
                      <a:pt x="24575" y="1357"/>
                      <a:pt x="23813" y="95"/>
                      <a:pt x="22611" y="83"/>
                    </a:cubicBezTo>
                    <a:close/>
                  </a:path>
                </a:pathLst>
              </a:custGeom>
              <a:gradFill>
                <a:gsLst>
                  <a:gs pos="0">
                    <a:schemeClr val="accent6"/>
                  </a:gs>
                  <a:gs pos="100000">
                    <a:schemeClr val="accent5"/>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0"/>
              <p:cNvSpPr/>
              <p:nvPr/>
            </p:nvSpPr>
            <p:spPr>
              <a:xfrm>
                <a:off x="244913" y="4013000"/>
                <a:ext cx="940363" cy="1046767"/>
              </a:xfrm>
              <a:custGeom>
                <a:avLst/>
                <a:gdLst/>
                <a:ahLst/>
                <a:cxnLst/>
                <a:rect l="l" t="t" r="r" b="b"/>
                <a:pathLst>
                  <a:path w="13884" h="15455" extrusionOk="0">
                    <a:moveTo>
                      <a:pt x="9037" y="15454"/>
                    </a:moveTo>
                    <a:lnTo>
                      <a:pt x="12335" y="15454"/>
                    </a:lnTo>
                    <a:cubicBezTo>
                      <a:pt x="13276" y="15454"/>
                      <a:pt x="13883" y="14454"/>
                      <a:pt x="13443" y="13633"/>
                    </a:cubicBezTo>
                    <a:lnTo>
                      <a:pt x="6132" y="0"/>
                    </a:lnTo>
                    <a:lnTo>
                      <a:pt x="0" y="0"/>
                    </a:lnTo>
                    <a:lnTo>
                      <a:pt x="7930" y="14799"/>
                    </a:lnTo>
                    <a:cubicBezTo>
                      <a:pt x="8144" y="15204"/>
                      <a:pt x="8573" y="15454"/>
                      <a:pt x="9037" y="15454"/>
                    </a:cubicBezTo>
                    <a:close/>
                  </a:path>
                </a:pathLst>
              </a:custGeom>
              <a:gradFill>
                <a:gsLst>
                  <a:gs pos="0">
                    <a:schemeClr val="accent1"/>
                  </a:gs>
                  <a:gs pos="63000">
                    <a:srgbClr val="194175"/>
                  </a:gs>
                  <a:gs pos="100000">
                    <a:schemeClr val="accent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050" y="358100"/>
            <a:ext cx="77139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accent1"/>
              </a:buClr>
              <a:buSzPts val="3200"/>
              <a:buFont typeface="Montserrat ExtraBold"/>
              <a:buNone/>
              <a:defRPr sz="3200">
                <a:solidFill>
                  <a:schemeClr val="accent1"/>
                </a:solidFill>
                <a:latin typeface="Montserrat ExtraBold"/>
                <a:ea typeface="Montserrat ExtraBold"/>
                <a:cs typeface="Montserrat ExtraBold"/>
                <a:sym typeface="Montserrat ExtraBold"/>
              </a:defRPr>
            </a:lvl1pPr>
            <a:lvl2pPr lvl="1" algn="ctr" rtl="0">
              <a:spcBef>
                <a:spcPts val="0"/>
              </a:spcBef>
              <a:spcAft>
                <a:spcPts val="0"/>
              </a:spcAft>
              <a:buClr>
                <a:schemeClr val="accent1"/>
              </a:buClr>
              <a:buSzPts val="3200"/>
              <a:buFont typeface="Montserrat ExtraBold"/>
              <a:buNone/>
              <a:defRPr sz="3200">
                <a:solidFill>
                  <a:schemeClr val="accent1"/>
                </a:solidFill>
                <a:latin typeface="Montserrat ExtraBold"/>
                <a:ea typeface="Montserrat ExtraBold"/>
                <a:cs typeface="Montserrat ExtraBold"/>
                <a:sym typeface="Montserrat ExtraBold"/>
              </a:defRPr>
            </a:lvl2pPr>
            <a:lvl3pPr lvl="2" algn="ctr" rtl="0">
              <a:spcBef>
                <a:spcPts val="0"/>
              </a:spcBef>
              <a:spcAft>
                <a:spcPts val="0"/>
              </a:spcAft>
              <a:buClr>
                <a:schemeClr val="accent1"/>
              </a:buClr>
              <a:buSzPts val="3200"/>
              <a:buFont typeface="Montserrat ExtraBold"/>
              <a:buNone/>
              <a:defRPr sz="3200">
                <a:solidFill>
                  <a:schemeClr val="accent1"/>
                </a:solidFill>
                <a:latin typeface="Montserrat ExtraBold"/>
                <a:ea typeface="Montserrat ExtraBold"/>
                <a:cs typeface="Montserrat ExtraBold"/>
                <a:sym typeface="Montserrat ExtraBold"/>
              </a:defRPr>
            </a:lvl3pPr>
            <a:lvl4pPr lvl="3" algn="ctr" rtl="0">
              <a:spcBef>
                <a:spcPts val="0"/>
              </a:spcBef>
              <a:spcAft>
                <a:spcPts val="0"/>
              </a:spcAft>
              <a:buClr>
                <a:schemeClr val="accent1"/>
              </a:buClr>
              <a:buSzPts val="3200"/>
              <a:buFont typeface="Montserrat ExtraBold"/>
              <a:buNone/>
              <a:defRPr sz="3200">
                <a:solidFill>
                  <a:schemeClr val="accent1"/>
                </a:solidFill>
                <a:latin typeface="Montserrat ExtraBold"/>
                <a:ea typeface="Montserrat ExtraBold"/>
                <a:cs typeface="Montserrat ExtraBold"/>
                <a:sym typeface="Montserrat ExtraBold"/>
              </a:defRPr>
            </a:lvl4pPr>
            <a:lvl5pPr lvl="4" algn="ctr" rtl="0">
              <a:spcBef>
                <a:spcPts val="0"/>
              </a:spcBef>
              <a:spcAft>
                <a:spcPts val="0"/>
              </a:spcAft>
              <a:buClr>
                <a:schemeClr val="accent1"/>
              </a:buClr>
              <a:buSzPts val="3200"/>
              <a:buFont typeface="Montserrat ExtraBold"/>
              <a:buNone/>
              <a:defRPr sz="3200">
                <a:solidFill>
                  <a:schemeClr val="accent1"/>
                </a:solidFill>
                <a:latin typeface="Montserrat ExtraBold"/>
                <a:ea typeface="Montserrat ExtraBold"/>
                <a:cs typeface="Montserrat ExtraBold"/>
                <a:sym typeface="Montserrat ExtraBold"/>
              </a:defRPr>
            </a:lvl5pPr>
            <a:lvl6pPr lvl="5" algn="ctr" rtl="0">
              <a:spcBef>
                <a:spcPts val="0"/>
              </a:spcBef>
              <a:spcAft>
                <a:spcPts val="0"/>
              </a:spcAft>
              <a:buClr>
                <a:schemeClr val="accent1"/>
              </a:buClr>
              <a:buSzPts val="3200"/>
              <a:buFont typeface="Montserrat ExtraBold"/>
              <a:buNone/>
              <a:defRPr sz="3200">
                <a:solidFill>
                  <a:schemeClr val="accent1"/>
                </a:solidFill>
                <a:latin typeface="Montserrat ExtraBold"/>
                <a:ea typeface="Montserrat ExtraBold"/>
                <a:cs typeface="Montserrat ExtraBold"/>
                <a:sym typeface="Montserrat ExtraBold"/>
              </a:defRPr>
            </a:lvl6pPr>
            <a:lvl7pPr lvl="6" algn="ctr" rtl="0">
              <a:spcBef>
                <a:spcPts val="0"/>
              </a:spcBef>
              <a:spcAft>
                <a:spcPts val="0"/>
              </a:spcAft>
              <a:buClr>
                <a:schemeClr val="accent1"/>
              </a:buClr>
              <a:buSzPts val="3200"/>
              <a:buFont typeface="Montserrat ExtraBold"/>
              <a:buNone/>
              <a:defRPr sz="3200">
                <a:solidFill>
                  <a:schemeClr val="accent1"/>
                </a:solidFill>
                <a:latin typeface="Montserrat ExtraBold"/>
                <a:ea typeface="Montserrat ExtraBold"/>
                <a:cs typeface="Montserrat ExtraBold"/>
                <a:sym typeface="Montserrat ExtraBold"/>
              </a:defRPr>
            </a:lvl7pPr>
            <a:lvl8pPr lvl="7" algn="ctr" rtl="0">
              <a:spcBef>
                <a:spcPts val="0"/>
              </a:spcBef>
              <a:spcAft>
                <a:spcPts val="0"/>
              </a:spcAft>
              <a:buClr>
                <a:schemeClr val="accent1"/>
              </a:buClr>
              <a:buSzPts val="3200"/>
              <a:buFont typeface="Montserrat ExtraBold"/>
              <a:buNone/>
              <a:defRPr sz="3200">
                <a:solidFill>
                  <a:schemeClr val="accent1"/>
                </a:solidFill>
                <a:latin typeface="Montserrat ExtraBold"/>
                <a:ea typeface="Montserrat ExtraBold"/>
                <a:cs typeface="Montserrat ExtraBold"/>
                <a:sym typeface="Montserrat ExtraBold"/>
              </a:defRPr>
            </a:lvl8pPr>
            <a:lvl9pPr lvl="8" algn="ctr" rtl="0">
              <a:spcBef>
                <a:spcPts val="0"/>
              </a:spcBef>
              <a:spcAft>
                <a:spcPts val="0"/>
              </a:spcAft>
              <a:buClr>
                <a:schemeClr val="accent1"/>
              </a:buClr>
              <a:buSzPts val="3200"/>
              <a:buFont typeface="Montserrat ExtraBold"/>
              <a:buNone/>
              <a:defRPr sz="3200">
                <a:solidFill>
                  <a:schemeClr val="accent1"/>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715200" y="1152475"/>
            <a:ext cx="7713900" cy="34560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1"/>
              </a:buClr>
              <a:buSzPts val="1200"/>
              <a:buFont typeface="Raleway Medium"/>
              <a:buChar char="●"/>
              <a:defRPr sz="1200">
                <a:solidFill>
                  <a:schemeClr val="accent1"/>
                </a:solidFill>
                <a:latin typeface="Raleway Medium"/>
                <a:ea typeface="Raleway Medium"/>
                <a:cs typeface="Raleway Medium"/>
                <a:sym typeface="Raleway Medium"/>
              </a:defRPr>
            </a:lvl1pPr>
            <a:lvl2pPr marL="914400" lvl="1" indent="-304800">
              <a:lnSpc>
                <a:spcPct val="100000"/>
              </a:lnSpc>
              <a:spcBef>
                <a:spcPts val="0"/>
              </a:spcBef>
              <a:spcAft>
                <a:spcPts val="0"/>
              </a:spcAft>
              <a:buClr>
                <a:schemeClr val="accent1"/>
              </a:buClr>
              <a:buSzPts val="1200"/>
              <a:buFont typeface="Raleway Medium"/>
              <a:buChar char="○"/>
              <a:defRPr sz="1200">
                <a:solidFill>
                  <a:schemeClr val="accent1"/>
                </a:solidFill>
                <a:latin typeface="Raleway Medium"/>
                <a:ea typeface="Raleway Medium"/>
                <a:cs typeface="Raleway Medium"/>
                <a:sym typeface="Raleway Medium"/>
              </a:defRPr>
            </a:lvl2pPr>
            <a:lvl3pPr marL="1371600" lvl="2" indent="-304800">
              <a:lnSpc>
                <a:spcPct val="100000"/>
              </a:lnSpc>
              <a:spcBef>
                <a:spcPts val="0"/>
              </a:spcBef>
              <a:spcAft>
                <a:spcPts val="0"/>
              </a:spcAft>
              <a:buClr>
                <a:schemeClr val="accent1"/>
              </a:buClr>
              <a:buSzPts val="1200"/>
              <a:buFont typeface="Raleway Medium"/>
              <a:buChar char="■"/>
              <a:defRPr sz="1200">
                <a:solidFill>
                  <a:schemeClr val="accent1"/>
                </a:solidFill>
                <a:latin typeface="Raleway Medium"/>
                <a:ea typeface="Raleway Medium"/>
                <a:cs typeface="Raleway Medium"/>
                <a:sym typeface="Raleway Medium"/>
              </a:defRPr>
            </a:lvl3pPr>
            <a:lvl4pPr marL="1828800" lvl="3" indent="-304800">
              <a:lnSpc>
                <a:spcPct val="100000"/>
              </a:lnSpc>
              <a:spcBef>
                <a:spcPts val="0"/>
              </a:spcBef>
              <a:spcAft>
                <a:spcPts val="0"/>
              </a:spcAft>
              <a:buClr>
                <a:schemeClr val="accent1"/>
              </a:buClr>
              <a:buSzPts val="1200"/>
              <a:buFont typeface="Raleway Medium"/>
              <a:buChar char="●"/>
              <a:defRPr sz="1200">
                <a:solidFill>
                  <a:schemeClr val="accent1"/>
                </a:solidFill>
                <a:latin typeface="Raleway Medium"/>
                <a:ea typeface="Raleway Medium"/>
                <a:cs typeface="Raleway Medium"/>
                <a:sym typeface="Raleway Medium"/>
              </a:defRPr>
            </a:lvl4pPr>
            <a:lvl5pPr marL="2286000" lvl="4" indent="-304800">
              <a:lnSpc>
                <a:spcPct val="100000"/>
              </a:lnSpc>
              <a:spcBef>
                <a:spcPts val="0"/>
              </a:spcBef>
              <a:spcAft>
                <a:spcPts val="0"/>
              </a:spcAft>
              <a:buClr>
                <a:schemeClr val="accent1"/>
              </a:buClr>
              <a:buSzPts val="1200"/>
              <a:buFont typeface="Raleway Medium"/>
              <a:buChar char="○"/>
              <a:defRPr sz="1200">
                <a:solidFill>
                  <a:schemeClr val="accent1"/>
                </a:solidFill>
                <a:latin typeface="Raleway Medium"/>
                <a:ea typeface="Raleway Medium"/>
                <a:cs typeface="Raleway Medium"/>
                <a:sym typeface="Raleway Medium"/>
              </a:defRPr>
            </a:lvl5pPr>
            <a:lvl6pPr marL="2743200" lvl="5" indent="-304800">
              <a:lnSpc>
                <a:spcPct val="100000"/>
              </a:lnSpc>
              <a:spcBef>
                <a:spcPts val="0"/>
              </a:spcBef>
              <a:spcAft>
                <a:spcPts val="0"/>
              </a:spcAft>
              <a:buClr>
                <a:schemeClr val="accent1"/>
              </a:buClr>
              <a:buSzPts val="1200"/>
              <a:buFont typeface="Raleway Medium"/>
              <a:buChar char="■"/>
              <a:defRPr sz="1200">
                <a:solidFill>
                  <a:schemeClr val="accent1"/>
                </a:solidFill>
                <a:latin typeface="Raleway Medium"/>
                <a:ea typeface="Raleway Medium"/>
                <a:cs typeface="Raleway Medium"/>
                <a:sym typeface="Raleway Medium"/>
              </a:defRPr>
            </a:lvl6pPr>
            <a:lvl7pPr marL="3200400" lvl="6" indent="-304800">
              <a:lnSpc>
                <a:spcPct val="100000"/>
              </a:lnSpc>
              <a:spcBef>
                <a:spcPts val="0"/>
              </a:spcBef>
              <a:spcAft>
                <a:spcPts val="0"/>
              </a:spcAft>
              <a:buClr>
                <a:schemeClr val="accent1"/>
              </a:buClr>
              <a:buSzPts val="1200"/>
              <a:buFont typeface="Raleway Medium"/>
              <a:buChar char="●"/>
              <a:defRPr sz="1200">
                <a:solidFill>
                  <a:schemeClr val="accent1"/>
                </a:solidFill>
                <a:latin typeface="Raleway Medium"/>
                <a:ea typeface="Raleway Medium"/>
                <a:cs typeface="Raleway Medium"/>
                <a:sym typeface="Raleway Medium"/>
              </a:defRPr>
            </a:lvl7pPr>
            <a:lvl8pPr marL="3657600" lvl="7" indent="-304800">
              <a:lnSpc>
                <a:spcPct val="100000"/>
              </a:lnSpc>
              <a:spcBef>
                <a:spcPts val="0"/>
              </a:spcBef>
              <a:spcAft>
                <a:spcPts val="0"/>
              </a:spcAft>
              <a:buClr>
                <a:schemeClr val="accent1"/>
              </a:buClr>
              <a:buSzPts val="1200"/>
              <a:buFont typeface="Raleway Medium"/>
              <a:buChar char="○"/>
              <a:defRPr sz="1200">
                <a:solidFill>
                  <a:schemeClr val="accent1"/>
                </a:solidFill>
                <a:latin typeface="Raleway Medium"/>
                <a:ea typeface="Raleway Medium"/>
                <a:cs typeface="Raleway Medium"/>
                <a:sym typeface="Raleway Medium"/>
              </a:defRPr>
            </a:lvl8pPr>
            <a:lvl9pPr marL="4114800" lvl="8" indent="-304800">
              <a:lnSpc>
                <a:spcPct val="100000"/>
              </a:lnSpc>
              <a:spcBef>
                <a:spcPts val="0"/>
              </a:spcBef>
              <a:spcAft>
                <a:spcPts val="0"/>
              </a:spcAft>
              <a:buClr>
                <a:schemeClr val="accent1"/>
              </a:buClr>
              <a:buSzPts val="1200"/>
              <a:buFont typeface="Raleway Medium"/>
              <a:buChar char="■"/>
              <a:defRPr sz="1200">
                <a:solidFill>
                  <a:schemeClr val="accent1"/>
                </a:solidFill>
                <a:latin typeface="Raleway Medium"/>
                <a:ea typeface="Raleway Medium"/>
                <a:cs typeface="Raleway Medium"/>
                <a:sym typeface="Raleway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5" r:id="rId4"/>
    <p:sldLayoutId id="2147483658" r:id="rId5"/>
    <p:sldLayoutId id="2147483659" r:id="rId6"/>
    <p:sldLayoutId id="2147483661" r:id="rId7"/>
    <p:sldLayoutId id="2147483663" r:id="rId8"/>
    <p:sldLayoutId id="2147483664" r:id="rId9"/>
    <p:sldLayoutId id="2147483667" r:id="rId10"/>
    <p:sldLayoutId id="2147483668" r:id="rId11"/>
    <p:sldLayoutId id="2147483669" r:id="rId12"/>
    <p:sldLayoutId id="2147483674" r:id="rId13"/>
    <p:sldLayoutId id="2147483675" r:id="rId14"/>
    <p:sldLayoutId id="214748367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3"/>
          <p:cNvSpPr/>
          <p:nvPr/>
        </p:nvSpPr>
        <p:spPr>
          <a:xfrm rot="10800000">
            <a:off x="-838895" y="-446835"/>
            <a:ext cx="1879929" cy="893670"/>
          </a:xfrm>
          <a:custGeom>
            <a:avLst/>
            <a:gdLst/>
            <a:ahLst/>
            <a:cxnLst/>
            <a:rect l="l" t="t" r="r" b="b"/>
            <a:pathLst>
              <a:path w="21766" h="10347" extrusionOk="0">
                <a:moveTo>
                  <a:pt x="4787" y="1417"/>
                </a:moveTo>
                <a:lnTo>
                  <a:pt x="1" y="10347"/>
                </a:lnTo>
                <a:lnTo>
                  <a:pt x="16217" y="10347"/>
                </a:lnTo>
                <a:lnTo>
                  <a:pt x="21765" y="0"/>
                </a:lnTo>
                <a:lnTo>
                  <a:pt x="7156" y="0"/>
                </a:lnTo>
                <a:cubicBezTo>
                  <a:pt x="6168" y="0"/>
                  <a:pt x="5251" y="548"/>
                  <a:pt x="4787" y="1417"/>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3"/>
          <p:cNvSpPr txBox="1">
            <a:spLocks noGrp="1"/>
          </p:cNvSpPr>
          <p:nvPr>
            <p:ph type="ctrTitle"/>
          </p:nvPr>
        </p:nvSpPr>
        <p:spPr>
          <a:xfrm>
            <a:off x="1563904" y="2229513"/>
            <a:ext cx="7223161" cy="50211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sz="2400" u="sng" dirty="0">
                <a:solidFill>
                  <a:schemeClr val="accent2">
                    <a:lumMod val="60000"/>
                    <a:lumOff val="40000"/>
                  </a:schemeClr>
                </a:solidFill>
              </a:rPr>
              <a:t>TYPE GENIUS</a:t>
            </a:r>
            <a:r>
              <a:rPr lang="en-IN" sz="2400" dirty="0">
                <a:solidFill>
                  <a:schemeClr val="accent2">
                    <a:lumMod val="60000"/>
                    <a:lumOff val="40000"/>
                  </a:schemeClr>
                </a:solidFill>
              </a:rPr>
              <a:t> : </a:t>
            </a:r>
            <a:r>
              <a:rPr lang="en-IN" sz="2400" dirty="0">
                <a:solidFill>
                  <a:schemeClr val="accent3"/>
                </a:solidFill>
              </a:rPr>
              <a:t>SMART TYPING EVALUATOR</a:t>
            </a:r>
            <a:endParaRPr sz="2400" dirty="0">
              <a:solidFill>
                <a:schemeClr val="accent3"/>
              </a:solidFill>
            </a:endParaRPr>
          </a:p>
        </p:txBody>
      </p:sp>
      <p:sp>
        <p:nvSpPr>
          <p:cNvPr id="308" name="Google Shape;308;p33"/>
          <p:cNvSpPr txBox="1">
            <a:spLocks noGrp="1"/>
          </p:cNvSpPr>
          <p:nvPr>
            <p:ph type="subTitle" idx="1"/>
          </p:nvPr>
        </p:nvSpPr>
        <p:spPr>
          <a:xfrm>
            <a:off x="1372430" y="632561"/>
            <a:ext cx="6399138" cy="40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800" b="1" dirty="0">
                <a:latin typeface="Times New Roman" panose="02020603050405020304" pitchFamily="18" charset="0"/>
                <a:cs typeface="Times New Roman" panose="02020603050405020304" pitchFamily="18" charset="0"/>
              </a:rPr>
              <a:t>BASAVESHWAR ENGINEERING COLLEGE, BAGALKOT</a:t>
            </a:r>
            <a:endParaRPr sz="1800" b="1" dirty="0">
              <a:latin typeface="Times New Roman" panose="02020603050405020304" pitchFamily="18" charset="0"/>
              <a:cs typeface="Times New Roman" panose="02020603050405020304" pitchFamily="18" charset="0"/>
            </a:endParaRPr>
          </a:p>
        </p:txBody>
      </p:sp>
      <p:pic>
        <p:nvPicPr>
          <p:cNvPr id="309" name="Google Shape;309;p33"/>
          <p:cNvPicPr preferRelativeResize="0"/>
          <p:nvPr/>
        </p:nvPicPr>
        <p:blipFill>
          <a:blip r:embed="rId3">
            <a:alphaModFix/>
          </a:blip>
          <a:stretch>
            <a:fillRect/>
          </a:stretch>
        </p:blipFill>
        <p:spPr>
          <a:xfrm rot="5400000">
            <a:off x="8204291" y="275195"/>
            <a:ext cx="1662818" cy="14459"/>
          </a:xfrm>
          <a:prstGeom prst="rect">
            <a:avLst/>
          </a:prstGeom>
          <a:noFill/>
          <a:ln>
            <a:noFill/>
          </a:ln>
        </p:spPr>
      </p:pic>
      <p:sp>
        <p:nvSpPr>
          <p:cNvPr id="310" name="Google Shape;310;p33"/>
          <p:cNvSpPr/>
          <p:nvPr/>
        </p:nvSpPr>
        <p:spPr>
          <a:xfrm rot="10800000">
            <a:off x="8381100" y="-415976"/>
            <a:ext cx="953400" cy="1396800"/>
          </a:xfrm>
          <a:prstGeom prst="round1Rect">
            <a:avLst>
              <a:gd name="adj" fmla="val 50000"/>
            </a:avLst>
          </a:prstGeom>
          <a:gradFill>
            <a:gsLst>
              <a:gs pos="0">
                <a:schemeClr val="accent1"/>
              </a:gs>
              <a:gs pos="63000">
                <a:srgbClr val="194175"/>
              </a:gs>
              <a:gs pos="100000">
                <a:schemeClr val="accen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3"/>
          <p:cNvSpPr/>
          <p:nvPr/>
        </p:nvSpPr>
        <p:spPr>
          <a:xfrm>
            <a:off x="8006688" y="4550889"/>
            <a:ext cx="2522400" cy="1498500"/>
          </a:xfrm>
          <a:prstGeom prst="round2DiagRect">
            <a:avLst>
              <a:gd name="adj1" fmla="val 50000"/>
              <a:gd name="adj2" fmla="val 0"/>
            </a:avLst>
          </a:prstGeom>
          <a:gradFill>
            <a:gsLst>
              <a:gs pos="0">
                <a:schemeClr val="accent3"/>
              </a:gs>
              <a:gs pos="34000">
                <a:srgbClr val="FAB93C"/>
              </a:gs>
              <a:gs pos="100000">
                <a:schemeClr val="accent4"/>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3"/>
          <p:cNvSpPr/>
          <p:nvPr/>
        </p:nvSpPr>
        <p:spPr>
          <a:xfrm flipH="1">
            <a:off x="-583271" y="4550889"/>
            <a:ext cx="5404039" cy="2165232"/>
          </a:xfrm>
          <a:custGeom>
            <a:avLst/>
            <a:gdLst/>
            <a:ahLst/>
            <a:cxnLst/>
            <a:rect l="l" t="t" r="r" b="b"/>
            <a:pathLst>
              <a:path w="56317" h="33350" extrusionOk="0">
                <a:moveTo>
                  <a:pt x="56317" y="33350"/>
                </a:moveTo>
                <a:lnTo>
                  <a:pt x="56317" y="0"/>
                </a:lnTo>
                <a:lnTo>
                  <a:pt x="20074" y="0"/>
                </a:lnTo>
                <a:cubicBezTo>
                  <a:pt x="18741" y="0"/>
                  <a:pt x="17514" y="739"/>
                  <a:pt x="16883" y="1905"/>
                </a:cubicBezTo>
                <a:lnTo>
                  <a:pt x="0" y="33350"/>
                </a:lnTo>
                <a:cubicBezTo>
                  <a:pt x="0" y="33350"/>
                  <a:pt x="53412" y="33326"/>
                  <a:pt x="56317" y="33350"/>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3"/>
          <p:cNvSpPr/>
          <p:nvPr/>
        </p:nvSpPr>
        <p:spPr>
          <a:xfrm>
            <a:off x="-430071" y="4258594"/>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4" name="Google Shape;314;p33"/>
          <p:cNvGrpSpPr/>
          <p:nvPr/>
        </p:nvGrpSpPr>
        <p:grpSpPr>
          <a:xfrm>
            <a:off x="2579829" y="4615220"/>
            <a:ext cx="1363381" cy="1498500"/>
            <a:chOff x="3851150" y="4608509"/>
            <a:chExt cx="1363381" cy="1498500"/>
          </a:xfrm>
        </p:grpSpPr>
        <p:cxnSp>
          <p:nvCxnSpPr>
            <p:cNvPr id="315" name="Google Shape;315;p33"/>
            <p:cNvCxnSpPr/>
            <p:nvPr/>
          </p:nvCxnSpPr>
          <p:spPr>
            <a:xfrm rot="10800000" flipH="1">
              <a:off x="3851150" y="4608509"/>
              <a:ext cx="803700" cy="1498500"/>
            </a:xfrm>
            <a:prstGeom prst="straightConnector1">
              <a:avLst/>
            </a:prstGeom>
            <a:noFill/>
            <a:ln w="19050" cap="flat" cmpd="sng">
              <a:solidFill>
                <a:schemeClr val="accent2"/>
              </a:solidFill>
              <a:prstDash val="solid"/>
              <a:round/>
              <a:headEnd type="none" w="med" len="med"/>
              <a:tailEnd type="none" w="med" len="med"/>
            </a:ln>
          </p:spPr>
        </p:cxnSp>
        <p:pic>
          <p:nvPicPr>
            <p:cNvPr id="316" name="Google Shape;316;p33"/>
            <p:cNvPicPr preferRelativeResize="0"/>
            <p:nvPr/>
          </p:nvPicPr>
          <p:blipFill>
            <a:blip r:embed="rId4">
              <a:alphaModFix/>
            </a:blip>
            <a:stretch>
              <a:fillRect/>
            </a:stretch>
          </p:blipFill>
          <p:spPr>
            <a:xfrm rot="10800000" flipH="1">
              <a:off x="4024050" y="4721288"/>
              <a:ext cx="1190481" cy="1363981"/>
            </a:xfrm>
            <a:prstGeom prst="rect">
              <a:avLst/>
            </a:prstGeom>
            <a:noFill/>
            <a:ln>
              <a:noFill/>
            </a:ln>
          </p:spPr>
        </p:pic>
      </p:grpSp>
      <p:pic>
        <p:nvPicPr>
          <p:cNvPr id="3" name="Picture 2">
            <a:extLst>
              <a:ext uri="{FF2B5EF4-FFF2-40B4-BE49-F238E27FC236}">
                <a16:creationId xmlns:a16="http://schemas.microsoft.com/office/drawing/2014/main" id="{F95C8920-50DB-B01F-570A-54EAAB575FC8}"/>
              </a:ext>
            </a:extLst>
          </p:cNvPr>
          <p:cNvPicPr>
            <a:picLocks noChangeAspect="1"/>
          </p:cNvPicPr>
          <p:nvPr/>
        </p:nvPicPr>
        <p:blipFill>
          <a:blip r:embed="rId5"/>
          <a:stretch>
            <a:fillRect/>
          </a:stretch>
        </p:blipFill>
        <p:spPr>
          <a:xfrm>
            <a:off x="701564" y="2229513"/>
            <a:ext cx="739953" cy="502111"/>
          </a:xfrm>
          <a:prstGeom prst="rect">
            <a:avLst/>
          </a:prstGeom>
        </p:spPr>
      </p:pic>
      <p:graphicFrame>
        <p:nvGraphicFramePr>
          <p:cNvPr id="6" name="Table 5">
            <a:extLst>
              <a:ext uri="{FF2B5EF4-FFF2-40B4-BE49-F238E27FC236}">
                <a16:creationId xmlns:a16="http://schemas.microsoft.com/office/drawing/2014/main" id="{B4D41D4A-0DE0-E52E-5F46-2103A56F900B}"/>
              </a:ext>
            </a:extLst>
          </p:cNvPr>
          <p:cNvGraphicFramePr>
            <a:graphicFrameLocks noGrp="1"/>
          </p:cNvGraphicFramePr>
          <p:nvPr>
            <p:extLst>
              <p:ext uri="{D42A27DB-BD31-4B8C-83A1-F6EECF244321}">
                <p14:modId xmlns:p14="http://schemas.microsoft.com/office/powerpoint/2010/main" val="2867052902"/>
              </p:ext>
            </p:extLst>
          </p:nvPr>
        </p:nvGraphicFramePr>
        <p:xfrm>
          <a:off x="4849688" y="3474729"/>
          <a:ext cx="4193242" cy="1567730"/>
        </p:xfrm>
        <a:graphic>
          <a:graphicData uri="http://schemas.openxmlformats.org/drawingml/2006/table">
            <a:tbl>
              <a:tblPr firstRow="1" bandRow="1">
                <a:tableStyleId>{6213BE3F-CC8F-4AC6-96D3-6D59282F6A67}</a:tableStyleId>
              </a:tblPr>
              <a:tblGrid>
                <a:gridCol w="2096621">
                  <a:extLst>
                    <a:ext uri="{9D8B030D-6E8A-4147-A177-3AD203B41FA5}">
                      <a16:colId xmlns:a16="http://schemas.microsoft.com/office/drawing/2014/main" val="4158583563"/>
                    </a:ext>
                  </a:extLst>
                </a:gridCol>
                <a:gridCol w="2096621">
                  <a:extLst>
                    <a:ext uri="{9D8B030D-6E8A-4147-A177-3AD203B41FA5}">
                      <a16:colId xmlns:a16="http://schemas.microsoft.com/office/drawing/2014/main" val="1113549824"/>
                    </a:ext>
                  </a:extLst>
                </a:gridCol>
              </a:tblGrid>
              <a:tr h="313546">
                <a:tc>
                  <a:txBody>
                    <a:bodyPr/>
                    <a:lstStyle/>
                    <a:p>
                      <a:r>
                        <a:rPr lang="en-IN" sz="1200" b="1" dirty="0">
                          <a:latin typeface="Times New Roman" panose="02020603050405020304" pitchFamily="18" charset="0"/>
                          <a:cs typeface="Times New Roman" panose="02020603050405020304" pitchFamily="18" charset="0"/>
                        </a:rPr>
                        <a:t>Presented by</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IN" sz="1200" b="1" dirty="0">
                          <a:latin typeface="Times New Roman" panose="02020603050405020304" pitchFamily="18" charset="0"/>
                          <a:cs typeface="Times New Roman" panose="02020603050405020304" pitchFamily="18" charset="0"/>
                        </a:rPr>
                        <a:t>USN</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371987025"/>
                  </a:ext>
                </a:extLst>
              </a:tr>
              <a:tr h="313546">
                <a:tc>
                  <a:txBody>
                    <a:bodyPr/>
                    <a:lstStyle/>
                    <a:p>
                      <a:pPr marL="0" indent="0">
                        <a:buFontTx/>
                        <a:buNone/>
                      </a:pPr>
                      <a:r>
                        <a:rPr lang="en-IN" sz="1200" dirty="0">
                          <a:latin typeface="Times New Roman" panose="02020603050405020304" pitchFamily="18" charset="0"/>
                          <a:cs typeface="Times New Roman" panose="02020603050405020304" pitchFamily="18" charset="0"/>
                        </a:rPr>
                        <a:t>Amith S K</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IN" sz="1200" dirty="0">
                          <a:latin typeface="Times New Roman" panose="02020603050405020304" pitchFamily="18" charset="0"/>
                          <a:cs typeface="Times New Roman" panose="02020603050405020304" pitchFamily="18" charset="0"/>
                        </a:rPr>
                        <a:t>2BA23CS012</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609306845"/>
                  </a:ext>
                </a:extLst>
              </a:tr>
              <a:tr h="313546">
                <a:tc>
                  <a:txBody>
                    <a:bodyPr/>
                    <a:lstStyle/>
                    <a:p>
                      <a:pPr marL="0" indent="0">
                        <a:buFontTx/>
                        <a:buNone/>
                      </a:pPr>
                      <a:r>
                        <a:rPr lang="en-IN" sz="1200" dirty="0">
                          <a:latin typeface="Times New Roman" panose="02020603050405020304" pitchFamily="18" charset="0"/>
                          <a:cs typeface="Times New Roman" panose="02020603050405020304" pitchFamily="18" charset="0"/>
                        </a:rPr>
                        <a:t>Basavaraj Biradar</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IN" sz="1200" dirty="0">
                          <a:latin typeface="Times New Roman" panose="02020603050405020304" pitchFamily="18" charset="0"/>
                          <a:cs typeface="Times New Roman" panose="02020603050405020304" pitchFamily="18" charset="0"/>
                        </a:rPr>
                        <a:t>2BA23CS023</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98143999"/>
                  </a:ext>
                </a:extLst>
              </a:tr>
              <a:tr h="313546">
                <a:tc>
                  <a:txBody>
                    <a:bodyPr/>
                    <a:lstStyle/>
                    <a:p>
                      <a:pPr marL="0" indent="0">
                        <a:buFontTx/>
                        <a:buNone/>
                      </a:pPr>
                      <a:r>
                        <a:rPr lang="en-IN" sz="1200" dirty="0" err="1">
                          <a:latin typeface="Times New Roman" panose="02020603050405020304" pitchFamily="18" charset="0"/>
                          <a:cs typeface="Times New Roman" panose="02020603050405020304" pitchFamily="18" charset="0"/>
                        </a:rPr>
                        <a:t>Bharatakumar</a:t>
                      </a:r>
                      <a:r>
                        <a:rPr lang="en-IN" sz="1200" dirty="0">
                          <a:latin typeface="Times New Roman" panose="02020603050405020304" pitchFamily="18" charset="0"/>
                          <a:cs typeface="Times New Roman" panose="02020603050405020304" pitchFamily="18" charset="0"/>
                        </a:rPr>
                        <a:t> G </a:t>
                      </a:r>
                      <a:r>
                        <a:rPr lang="en-IN" sz="1200" dirty="0" err="1">
                          <a:latin typeface="Times New Roman" panose="02020603050405020304" pitchFamily="18" charset="0"/>
                          <a:cs typeface="Times New Roman" panose="02020603050405020304" pitchFamily="18" charset="0"/>
                        </a:rPr>
                        <a:t>Nadakur</a:t>
                      </a:r>
                      <a:endParaRPr lang="en-IN" sz="1200" dirty="0">
                        <a:latin typeface="Times New Roman" panose="02020603050405020304" pitchFamily="18" charset="0"/>
                        <a:cs typeface="Times New Roman" panose="02020603050405020304" pitchFamily="18"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IN" sz="1200" dirty="0">
                          <a:latin typeface="Times New Roman" panose="02020603050405020304" pitchFamily="18" charset="0"/>
                          <a:cs typeface="Times New Roman" panose="02020603050405020304" pitchFamily="18" charset="0"/>
                        </a:rPr>
                        <a:t>2BA23CS026</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47344699"/>
                  </a:ext>
                </a:extLst>
              </a:tr>
              <a:tr h="313546">
                <a:tc>
                  <a:txBody>
                    <a:bodyPr/>
                    <a:lstStyle/>
                    <a:p>
                      <a:pPr marL="0" indent="0">
                        <a:buFontTx/>
                        <a:buNone/>
                      </a:pPr>
                      <a:r>
                        <a:rPr lang="en-IN" sz="1200" dirty="0">
                          <a:latin typeface="Times New Roman" panose="02020603050405020304" pitchFamily="18" charset="0"/>
                          <a:cs typeface="Times New Roman" panose="02020603050405020304" pitchFamily="18" charset="0"/>
                        </a:rPr>
                        <a:t>Krishna Kulkarni</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IN" sz="1200" dirty="0">
                          <a:latin typeface="Times New Roman" panose="02020603050405020304" pitchFamily="18" charset="0"/>
                          <a:cs typeface="Times New Roman" panose="02020603050405020304" pitchFamily="18" charset="0"/>
                        </a:rPr>
                        <a:t>2BA23CS051</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244160206"/>
                  </a:ext>
                </a:extLst>
              </a:tr>
            </a:tbl>
          </a:graphicData>
        </a:graphic>
      </p:graphicFrame>
      <p:pic>
        <p:nvPicPr>
          <p:cNvPr id="8" name="Picture 7">
            <a:extLst>
              <a:ext uri="{FF2B5EF4-FFF2-40B4-BE49-F238E27FC236}">
                <a16:creationId xmlns:a16="http://schemas.microsoft.com/office/drawing/2014/main" id="{F2260976-F358-907B-91DC-9DA02117C5AE}"/>
              </a:ext>
            </a:extLst>
          </p:cNvPr>
          <p:cNvPicPr>
            <a:picLocks noChangeAspect="1"/>
          </p:cNvPicPr>
          <p:nvPr/>
        </p:nvPicPr>
        <p:blipFill>
          <a:blip r:embed="rId6"/>
          <a:stretch>
            <a:fillRect/>
          </a:stretch>
        </p:blipFill>
        <p:spPr>
          <a:xfrm>
            <a:off x="373931" y="471756"/>
            <a:ext cx="852180" cy="988457"/>
          </a:xfrm>
          <a:prstGeom prst="rect">
            <a:avLst/>
          </a:prstGeom>
        </p:spPr>
      </p:pic>
      <p:sp>
        <p:nvSpPr>
          <p:cNvPr id="2" name="TextBox 1">
            <a:extLst>
              <a:ext uri="{FF2B5EF4-FFF2-40B4-BE49-F238E27FC236}">
                <a16:creationId xmlns:a16="http://schemas.microsoft.com/office/drawing/2014/main" id="{154E5590-918B-E015-25BE-557AA759EB33}"/>
              </a:ext>
            </a:extLst>
          </p:cNvPr>
          <p:cNvSpPr txBox="1"/>
          <p:nvPr/>
        </p:nvSpPr>
        <p:spPr>
          <a:xfrm>
            <a:off x="1026519" y="1241056"/>
            <a:ext cx="7090961" cy="369332"/>
          </a:xfrm>
          <a:prstGeom prst="rect">
            <a:avLst/>
          </a:prstGeom>
          <a:noFill/>
        </p:spPr>
        <p:txBody>
          <a:bodyPr wrap="square" rtlCol="0">
            <a:spAutoFit/>
          </a:bodyPr>
          <a:lstStyle/>
          <a:p>
            <a:pPr algn="ctr"/>
            <a:r>
              <a:rPr lang="en-IN" sz="1800" b="1" dirty="0">
                <a:latin typeface="Times New Roman" panose="02020603050405020304" pitchFamily="18" charset="0"/>
                <a:cs typeface="Times New Roman" panose="02020603050405020304" pitchFamily="18" charset="0"/>
              </a:rPr>
              <a:t>DEPARTMENT OF COMPUTER SCIENCE AND ENGINEERING</a:t>
            </a:r>
          </a:p>
        </p:txBody>
      </p:sp>
      <p:sp>
        <p:nvSpPr>
          <p:cNvPr id="4" name="TextBox 3">
            <a:extLst>
              <a:ext uri="{FF2B5EF4-FFF2-40B4-BE49-F238E27FC236}">
                <a16:creationId xmlns:a16="http://schemas.microsoft.com/office/drawing/2014/main" id="{628C4960-C496-E9A2-5F1C-B5FE4EF7BC48}"/>
              </a:ext>
            </a:extLst>
          </p:cNvPr>
          <p:cNvSpPr txBox="1"/>
          <p:nvPr/>
        </p:nvSpPr>
        <p:spPr>
          <a:xfrm>
            <a:off x="637903" y="3460899"/>
            <a:ext cx="3208904" cy="52322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Under Guidance of : </a:t>
            </a:r>
          </a:p>
          <a:p>
            <a:r>
              <a:rPr lang="en-IN" b="1" dirty="0">
                <a:latin typeface="Times New Roman" panose="02020603050405020304" pitchFamily="18" charset="0"/>
                <a:cs typeface="Times New Roman" panose="02020603050405020304" pitchFamily="18" charset="0"/>
              </a:rPr>
              <a:t>Prof .M.G KAMBALIMATH</a:t>
            </a:r>
          </a:p>
        </p:txBody>
      </p:sp>
      <p:sp>
        <p:nvSpPr>
          <p:cNvPr id="5" name="TextBox 4">
            <a:extLst>
              <a:ext uri="{FF2B5EF4-FFF2-40B4-BE49-F238E27FC236}">
                <a16:creationId xmlns:a16="http://schemas.microsoft.com/office/drawing/2014/main" id="{AD7E7053-0645-1266-0863-C4D349AFF164}"/>
              </a:ext>
            </a:extLst>
          </p:cNvPr>
          <p:cNvSpPr txBox="1"/>
          <p:nvPr/>
        </p:nvSpPr>
        <p:spPr>
          <a:xfrm>
            <a:off x="3524489" y="1569278"/>
            <a:ext cx="2095019" cy="30777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Academic year : 2025-26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7"/>
          <p:cNvSpPr txBox="1">
            <a:spLocks noGrp="1"/>
          </p:cNvSpPr>
          <p:nvPr>
            <p:ph type="title" idx="6"/>
          </p:nvPr>
        </p:nvSpPr>
        <p:spPr>
          <a:xfrm>
            <a:off x="3352473" y="169715"/>
            <a:ext cx="2439051"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dirty="0">
                <a:latin typeface="Times New Roman" panose="02020603050405020304" pitchFamily="18" charset="0"/>
                <a:cs typeface="Times New Roman" panose="02020603050405020304" pitchFamily="18" charset="0"/>
              </a:rPr>
              <a:t>CONTENTS</a:t>
            </a:r>
            <a:endParaRPr sz="3200" b="1" dirty="0">
              <a:solidFill>
                <a:schemeClr val="accent3"/>
              </a:solidFill>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27B8DF10-7F9E-B21C-7FC0-38B35850B47E}"/>
              </a:ext>
            </a:extLst>
          </p:cNvPr>
          <p:cNvGraphicFramePr>
            <a:graphicFrameLocks noGrp="1"/>
          </p:cNvGraphicFramePr>
          <p:nvPr>
            <p:extLst>
              <p:ext uri="{D42A27DB-BD31-4B8C-83A1-F6EECF244321}">
                <p14:modId xmlns:p14="http://schemas.microsoft.com/office/powerpoint/2010/main" val="3752881922"/>
              </p:ext>
            </p:extLst>
          </p:nvPr>
        </p:nvGraphicFramePr>
        <p:xfrm>
          <a:off x="1802218" y="981596"/>
          <a:ext cx="5539563" cy="3705839"/>
        </p:xfrm>
        <a:graphic>
          <a:graphicData uri="http://schemas.openxmlformats.org/drawingml/2006/table">
            <a:tbl>
              <a:tblPr firstRow="1" bandRow="1">
                <a:tableStyleId>{5940675A-B579-460E-94D1-54222C63F5DA}</a:tableStyleId>
              </a:tblPr>
              <a:tblGrid>
                <a:gridCol w="856411">
                  <a:extLst>
                    <a:ext uri="{9D8B030D-6E8A-4147-A177-3AD203B41FA5}">
                      <a16:colId xmlns:a16="http://schemas.microsoft.com/office/drawing/2014/main" val="3793744646"/>
                    </a:ext>
                  </a:extLst>
                </a:gridCol>
                <a:gridCol w="4683152">
                  <a:extLst>
                    <a:ext uri="{9D8B030D-6E8A-4147-A177-3AD203B41FA5}">
                      <a16:colId xmlns:a16="http://schemas.microsoft.com/office/drawing/2014/main" val="3438903635"/>
                    </a:ext>
                  </a:extLst>
                </a:gridCol>
              </a:tblGrid>
              <a:tr h="344199">
                <a:tc>
                  <a:txBody>
                    <a:bodyPr/>
                    <a:lstStyle/>
                    <a:p>
                      <a:pPr algn="ctr"/>
                      <a:r>
                        <a:rPr lang="en-IN" sz="1600" b="1" dirty="0">
                          <a:latin typeface="Times New Roman" panose="02020603050405020304" pitchFamily="18" charset="0"/>
                          <a:cs typeface="Times New Roman" panose="02020603050405020304" pitchFamily="18" charset="0"/>
                        </a:rPr>
                        <a:t>Sl.no</a:t>
                      </a:r>
                    </a:p>
                  </a:txBody>
                  <a:tcPr>
                    <a:solidFill>
                      <a:schemeClr val="bg1">
                        <a:lumMod val="75000"/>
                      </a:schemeClr>
                    </a:solidFill>
                  </a:tcPr>
                </a:tc>
                <a:tc>
                  <a:txBody>
                    <a:bodyPr/>
                    <a:lstStyle/>
                    <a:p>
                      <a:pPr algn="ctr"/>
                      <a:r>
                        <a:rPr lang="en-IN" sz="1600" b="1" dirty="0">
                          <a:latin typeface="Times New Roman" panose="02020603050405020304" pitchFamily="18" charset="0"/>
                          <a:cs typeface="Times New Roman" panose="02020603050405020304" pitchFamily="18" charset="0"/>
                        </a:rPr>
                        <a:t>Table of Contents</a:t>
                      </a:r>
                    </a:p>
                  </a:txBody>
                  <a:tcPr>
                    <a:solidFill>
                      <a:schemeClr val="bg1">
                        <a:lumMod val="75000"/>
                      </a:schemeClr>
                    </a:solidFill>
                  </a:tcPr>
                </a:tc>
                <a:extLst>
                  <a:ext uri="{0D108BD9-81ED-4DB2-BD59-A6C34878D82A}">
                    <a16:rowId xmlns:a16="http://schemas.microsoft.com/office/drawing/2014/main" val="2311926953"/>
                  </a:ext>
                </a:extLst>
              </a:tr>
              <a:tr h="336164">
                <a:tc>
                  <a:txBody>
                    <a:bodyPr/>
                    <a:lstStyle/>
                    <a:p>
                      <a:pPr algn="ctr"/>
                      <a:r>
                        <a:rPr lang="en-IN" sz="1600" dirty="0">
                          <a:latin typeface="Times New Roman" panose="02020603050405020304" pitchFamily="18" charset="0"/>
                          <a:cs typeface="Times New Roman" panose="02020603050405020304" pitchFamily="18" charset="0"/>
                        </a:rPr>
                        <a:t>1</a:t>
                      </a:r>
                    </a:p>
                  </a:txBody>
                  <a:tcPr/>
                </a:tc>
                <a:tc>
                  <a:txBody>
                    <a:bodyPr/>
                    <a:lstStyle/>
                    <a:p>
                      <a:r>
                        <a:rPr lang="en-IN" sz="1600" dirty="0">
                          <a:latin typeface="Times New Roman" panose="02020603050405020304" pitchFamily="18" charset="0"/>
                          <a:cs typeface="Times New Roman" panose="02020603050405020304" pitchFamily="18" charset="0"/>
                        </a:rPr>
                        <a:t>Introduction</a:t>
                      </a:r>
                    </a:p>
                  </a:txBody>
                  <a:tcPr/>
                </a:tc>
                <a:extLst>
                  <a:ext uri="{0D108BD9-81ED-4DB2-BD59-A6C34878D82A}">
                    <a16:rowId xmlns:a16="http://schemas.microsoft.com/office/drawing/2014/main" val="3628650384"/>
                  </a:ext>
                </a:extLst>
              </a:tr>
              <a:tr h="336164">
                <a:tc>
                  <a:txBody>
                    <a:bodyPr/>
                    <a:lstStyle/>
                    <a:p>
                      <a:pPr algn="ctr"/>
                      <a:r>
                        <a:rPr lang="en-IN" sz="1600" dirty="0">
                          <a:latin typeface="Times New Roman" panose="02020603050405020304" pitchFamily="18" charset="0"/>
                          <a:cs typeface="Times New Roman" panose="02020603050405020304" pitchFamily="18" charset="0"/>
                        </a:rPr>
                        <a:t>2</a:t>
                      </a:r>
                    </a:p>
                  </a:txBody>
                  <a:tcPr/>
                </a:tc>
                <a:tc>
                  <a:txBody>
                    <a:bodyPr/>
                    <a:lstStyle/>
                    <a:p>
                      <a:r>
                        <a:rPr lang="en-IN" sz="1600" dirty="0">
                          <a:latin typeface="Times New Roman" panose="02020603050405020304" pitchFamily="18" charset="0"/>
                          <a:cs typeface="Times New Roman" panose="02020603050405020304" pitchFamily="18" charset="0"/>
                        </a:rPr>
                        <a:t>Problem statement</a:t>
                      </a:r>
                    </a:p>
                  </a:txBody>
                  <a:tcPr/>
                </a:tc>
                <a:extLst>
                  <a:ext uri="{0D108BD9-81ED-4DB2-BD59-A6C34878D82A}">
                    <a16:rowId xmlns:a16="http://schemas.microsoft.com/office/drawing/2014/main" val="375944151"/>
                  </a:ext>
                </a:extLst>
              </a:tr>
              <a:tr h="336164">
                <a:tc>
                  <a:txBody>
                    <a:bodyPr/>
                    <a:lstStyle/>
                    <a:p>
                      <a:pPr algn="ctr"/>
                      <a:r>
                        <a:rPr lang="en-IN" sz="16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Proposed solutions</a:t>
                      </a:r>
                    </a:p>
                  </a:txBody>
                  <a:tcPr/>
                </a:tc>
                <a:extLst>
                  <a:ext uri="{0D108BD9-81ED-4DB2-BD59-A6C34878D82A}">
                    <a16:rowId xmlns:a16="http://schemas.microsoft.com/office/drawing/2014/main" val="2251482980"/>
                  </a:ext>
                </a:extLst>
              </a:tr>
              <a:tr h="336164">
                <a:tc>
                  <a:txBody>
                    <a:bodyPr/>
                    <a:lstStyle/>
                    <a:p>
                      <a:pPr algn="ctr"/>
                      <a:r>
                        <a:rPr lang="en-IN" sz="1600" dirty="0">
                          <a:latin typeface="Times New Roman" panose="02020603050405020304" pitchFamily="18" charset="0"/>
                          <a:cs typeface="Times New Roman" panose="02020603050405020304" pitchFamily="18" charset="0"/>
                        </a:rPr>
                        <a:t>4</a:t>
                      </a:r>
                    </a:p>
                  </a:txBody>
                  <a:tcPr/>
                </a:tc>
                <a:tc>
                  <a:txBody>
                    <a:bodyPr/>
                    <a:lstStyle/>
                    <a:p>
                      <a:r>
                        <a:rPr lang="en-IN" sz="1600" dirty="0">
                          <a:latin typeface="Times New Roman" panose="02020603050405020304" pitchFamily="18" charset="0"/>
                          <a:cs typeface="Times New Roman" panose="02020603050405020304" pitchFamily="18" charset="0"/>
                        </a:rPr>
                        <a:t>Literature survey</a:t>
                      </a:r>
                    </a:p>
                  </a:txBody>
                  <a:tcPr/>
                </a:tc>
                <a:extLst>
                  <a:ext uri="{0D108BD9-81ED-4DB2-BD59-A6C34878D82A}">
                    <a16:rowId xmlns:a16="http://schemas.microsoft.com/office/drawing/2014/main" val="3451575708"/>
                  </a:ext>
                </a:extLst>
              </a:tr>
              <a:tr h="336164">
                <a:tc>
                  <a:txBody>
                    <a:bodyPr/>
                    <a:lstStyle/>
                    <a:p>
                      <a:pPr algn="ctr"/>
                      <a:r>
                        <a:rPr lang="en-IN" sz="1600" dirty="0">
                          <a:latin typeface="Times New Roman" panose="02020603050405020304" pitchFamily="18" charset="0"/>
                          <a:cs typeface="Times New Roman" panose="02020603050405020304"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Objectives</a:t>
                      </a:r>
                    </a:p>
                  </a:txBody>
                  <a:tcPr/>
                </a:tc>
                <a:extLst>
                  <a:ext uri="{0D108BD9-81ED-4DB2-BD59-A6C34878D82A}">
                    <a16:rowId xmlns:a16="http://schemas.microsoft.com/office/drawing/2014/main" val="4168380228"/>
                  </a:ext>
                </a:extLst>
              </a:tr>
              <a:tr h="336164">
                <a:tc>
                  <a:txBody>
                    <a:bodyPr/>
                    <a:lstStyle/>
                    <a:p>
                      <a:pPr algn="ctr"/>
                      <a:r>
                        <a:rPr lang="en-IN" sz="1600" dirty="0">
                          <a:latin typeface="Times New Roman" panose="02020603050405020304" pitchFamily="18" charset="0"/>
                          <a:cs typeface="Times New Roman" panose="02020603050405020304" pitchFamily="18" charset="0"/>
                        </a:rPr>
                        <a:t>6</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Implementation</a:t>
                      </a:r>
                    </a:p>
                  </a:txBody>
                  <a:tcPr/>
                </a:tc>
                <a:extLst>
                  <a:ext uri="{0D108BD9-81ED-4DB2-BD59-A6C34878D82A}">
                    <a16:rowId xmlns:a16="http://schemas.microsoft.com/office/drawing/2014/main" val="3838987561"/>
                  </a:ext>
                </a:extLst>
              </a:tr>
              <a:tr h="336164">
                <a:tc>
                  <a:txBody>
                    <a:bodyPr/>
                    <a:lstStyle/>
                    <a:p>
                      <a:pPr algn="ctr"/>
                      <a:r>
                        <a:rPr lang="en-IN" sz="1600" dirty="0">
                          <a:latin typeface="Times New Roman" panose="02020603050405020304" pitchFamily="18" charset="0"/>
                          <a:cs typeface="Times New Roman" panose="02020603050405020304" pitchFamily="18" charset="0"/>
                        </a:rPr>
                        <a:t>7</a:t>
                      </a:r>
                    </a:p>
                  </a:txBody>
                  <a:tcPr/>
                </a:tc>
                <a:tc>
                  <a:txBody>
                    <a:bodyPr/>
                    <a:lstStyle/>
                    <a:p>
                      <a:r>
                        <a:rPr lang="en-IN" sz="1600" dirty="0">
                          <a:latin typeface="Times New Roman" panose="02020603050405020304" pitchFamily="18" charset="0"/>
                          <a:cs typeface="Times New Roman" panose="02020603050405020304" pitchFamily="18" charset="0"/>
                        </a:rPr>
                        <a:t>Modules</a:t>
                      </a:r>
                    </a:p>
                  </a:txBody>
                  <a:tcPr/>
                </a:tc>
                <a:extLst>
                  <a:ext uri="{0D108BD9-81ED-4DB2-BD59-A6C34878D82A}">
                    <a16:rowId xmlns:a16="http://schemas.microsoft.com/office/drawing/2014/main" val="1307182456"/>
                  </a:ext>
                </a:extLst>
              </a:tr>
              <a:tr h="336164">
                <a:tc>
                  <a:txBody>
                    <a:bodyPr/>
                    <a:lstStyle/>
                    <a:p>
                      <a:pPr algn="ctr"/>
                      <a:r>
                        <a:rPr lang="en-IN" sz="1600" dirty="0">
                          <a:latin typeface="Times New Roman" panose="02020603050405020304" pitchFamily="18" charset="0"/>
                          <a:cs typeface="Times New Roman" panose="02020603050405020304" pitchFamily="18" charset="0"/>
                        </a:rPr>
                        <a:t>8</a:t>
                      </a:r>
                    </a:p>
                  </a:txBody>
                  <a:tcPr/>
                </a:tc>
                <a:tc>
                  <a:txBody>
                    <a:bodyPr/>
                    <a:lstStyle/>
                    <a:p>
                      <a:r>
                        <a:rPr lang="en-IN" sz="1600" dirty="0">
                          <a:latin typeface="Times New Roman" panose="02020603050405020304" pitchFamily="18" charset="0"/>
                          <a:cs typeface="Times New Roman" panose="02020603050405020304" pitchFamily="18" charset="0"/>
                        </a:rPr>
                        <a:t>Block Diagram</a:t>
                      </a:r>
                    </a:p>
                  </a:txBody>
                  <a:tcPr/>
                </a:tc>
                <a:extLst>
                  <a:ext uri="{0D108BD9-81ED-4DB2-BD59-A6C34878D82A}">
                    <a16:rowId xmlns:a16="http://schemas.microsoft.com/office/drawing/2014/main" val="2852407742"/>
                  </a:ext>
                </a:extLst>
              </a:tr>
              <a:tr h="336164">
                <a:tc>
                  <a:txBody>
                    <a:bodyPr/>
                    <a:lstStyle/>
                    <a:p>
                      <a:pPr algn="ctr"/>
                      <a:r>
                        <a:rPr lang="en-IN" sz="1600" dirty="0">
                          <a:latin typeface="Times New Roman" panose="02020603050405020304" pitchFamily="18" charset="0"/>
                          <a:cs typeface="Times New Roman" panose="02020603050405020304" pitchFamily="18" charset="0"/>
                        </a:rPr>
                        <a:t>9</a:t>
                      </a:r>
                    </a:p>
                  </a:txBody>
                  <a:tcPr/>
                </a:tc>
                <a:tc>
                  <a:txBody>
                    <a:bodyPr/>
                    <a:lstStyle/>
                    <a:p>
                      <a:r>
                        <a:rPr lang="en-IN" sz="1600" dirty="0">
                          <a:latin typeface="Times New Roman" panose="02020603050405020304" pitchFamily="18" charset="0"/>
                          <a:cs typeface="Times New Roman" panose="02020603050405020304" pitchFamily="18" charset="0"/>
                        </a:rPr>
                        <a:t>Conclusion</a:t>
                      </a:r>
                    </a:p>
                  </a:txBody>
                  <a:tcPr/>
                </a:tc>
                <a:extLst>
                  <a:ext uri="{0D108BD9-81ED-4DB2-BD59-A6C34878D82A}">
                    <a16:rowId xmlns:a16="http://schemas.microsoft.com/office/drawing/2014/main" val="4140715362"/>
                  </a:ext>
                </a:extLst>
              </a:tr>
              <a:tr h="336164">
                <a:tc>
                  <a:txBody>
                    <a:bodyPr/>
                    <a:lstStyle/>
                    <a:p>
                      <a:pPr algn="ctr"/>
                      <a:r>
                        <a:rPr lang="en-IN" sz="1600" dirty="0">
                          <a:latin typeface="Times New Roman" panose="02020603050405020304" pitchFamily="18" charset="0"/>
                          <a:cs typeface="Times New Roman" panose="02020603050405020304" pitchFamily="18" charset="0"/>
                        </a:rPr>
                        <a:t>10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References</a:t>
                      </a:r>
                    </a:p>
                  </a:txBody>
                  <a:tcPr/>
                </a:tc>
                <a:extLst>
                  <a:ext uri="{0D108BD9-81ED-4DB2-BD59-A6C34878D82A}">
                    <a16:rowId xmlns:a16="http://schemas.microsoft.com/office/drawing/2014/main" val="424735739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4"/>
          <p:cNvSpPr txBox="1">
            <a:spLocks noGrp="1"/>
          </p:cNvSpPr>
          <p:nvPr>
            <p:ph type="title"/>
          </p:nvPr>
        </p:nvSpPr>
        <p:spPr>
          <a:xfrm>
            <a:off x="724950" y="537438"/>
            <a:ext cx="7713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Times New Roman" panose="02020603050405020304" pitchFamily="18" charset="0"/>
                <a:cs typeface="Times New Roman" panose="02020603050405020304" pitchFamily="18" charset="0"/>
              </a:rPr>
              <a:t>INTRODUCTION</a:t>
            </a:r>
            <a:endParaRPr b="1" dirty="0">
              <a:solidFill>
                <a:schemeClr val="accent3"/>
              </a:solidFill>
              <a:latin typeface="Times New Roman" panose="02020603050405020304" pitchFamily="18" charset="0"/>
              <a:cs typeface="Times New Roman" panose="02020603050405020304" pitchFamily="18" charset="0"/>
            </a:endParaRPr>
          </a:p>
        </p:txBody>
      </p:sp>
      <p:sp>
        <p:nvSpPr>
          <p:cNvPr id="322" name="Google Shape;322;p34"/>
          <p:cNvSpPr txBox="1">
            <a:spLocks noGrp="1"/>
          </p:cNvSpPr>
          <p:nvPr>
            <p:ph type="body" idx="1"/>
          </p:nvPr>
        </p:nvSpPr>
        <p:spPr>
          <a:xfrm>
            <a:off x="724950" y="1499940"/>
            <a:ext cx="7704000" cy="2354083"/>
          </a:xfrm>
          <a:prstGeom prst="rect">
            <a:avLst/>
          </a:prstGeom>
        </p:spPr>
        <p:txBody>
          <a:bodyPr spcFirstLastPara="1" wrap="square" lIns="91425" tIns="91425" rIns="91425" bIns="91425" anchor="t" anchorCtr="0">
            <a:noAutofit/>
          </a:bodyPr>
          <a:lstStyle/>
          <a:p>
            <a:pPr marL="483870" indent="-285750" algn="just">
              <a:lnSpc>
                <a:spcPct val="150000"/>
              </a:lnSpc>
              <a:buSzPct val="1100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desktop or web-based application for typing practice displays a snippet for users to type and evaluates their input.</a:t>
            </a:r>
          </a:p>
          <a:p>
            <a:pPr marL="483870" indent="-285750" algn="just">
              <a:lnSpc>
                <a:spcPct val="150000"/>
              </a:lnSpc>
              <a:buSzPct val="1100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provides feedback on both accuracy and typing speed (measured in words per minute), helping users identify mistakes and track their progress. By offering consistent practice, the application supports users in improving their typing skills effectively.</a:t>
            </a:r>
          </a:p>
        </p:txBody>
      </p:sp>
      <p:sp>
        <p:nvSpPr>
          <p:cNvPr id="2" name="Google Shape;304;p33">
            <a:extLst>
              <a:ext uri="{FF2B5EF4-FFF2-40B4-BE49-F238E27FC236}">
                <a16:creationId xmlns:a16="http://schemas.microsoft.com/office/drawing/2014/main" id="{AAFED64F-55BC-B807-CC58-2101D9410049}"/>
              </a:ext>
            </a:extLst>
          </p:cNvPr>
          <p:cNvSpPr/>
          <p:nvPr/>
        </p:nvSpPr>
        <p:spPr>
          <a:xfrm rot="10800000" flipV="1">
            <a:off x="-531628" y="4606062"/>
            <a:ext cx="2115879" cy="893134"/>
          </a:xfrm>
          <a:custGeom>
            <a:avLst/>
            <a:gdLst/>
            <a:ahLst/>
            <a:cxnLst/>
            <a:rect l="l" t="t" r="r" b="b"/>
            <a:pathLst>
              <a:path w="21766" h="10347" extrusionOk="0">
                <a:moveTo>
                  <a:pt x="4787" y="1417"/>
                </a:moveTo>
                <a:lnTo>
                  <a:pt x="1" y="10347"/>
                </a:lnTo>
                <a:lnTo>
                  <a:pt x="16217" y="10347"/>
                </a:lnTo>
                <a:lnTo>
                  <a:pt x="21765" y="0"/>
                </a:lnTo>
                <a:lnTo>
                  <a:pt x="7156" y="0"/>
                </a:lnTo>
                <a:cubicBezTo>
                  <a:pt x="6168" y="0"/>
                  <a:pt x="5251" y="548"/>
                  <a:pt x="4787" y="1417"/>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ABAE997B-D4F3-FFA1-CCD9-4FD386B99FCB}"/>
              </a:ext>
            </a:extLst>
          </p:cNvPr>
          <p:cNvSpPr/>
          <p:nvPr/>
        </p:nvSpPr>
        <p:spPr>
          <a:xfrm>
            <a:off x="0" y="154172"/>
            <a:ext cx="1584251" cy="203928"/>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Google Shape;313;p33">
            <a:extLst>
              <a:ext uri="{FF2B5EF4-FFF2-40B4-BE49-F238E27FC236}">
                <a16:creationId xmlns:a16="http://schemas.microsoft.com/office/drawing/2014/main" id="{C9CD14E3-DE0D-25AA-4533-7B8E84F39E28}"/>
              </a:ext>
            </a:extLst>
          </p:cNvPr>
          <p:cNvSpPr/>
          <p:nvPr/>
        </p:nvSpPr>
        <p:spPr>
          <a:xfrm>
            <a:off x="-1238145" y="-265559"/>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04;p33">
            <a:extLst>
              <a:ext uri="{FF2B5EF4-FFF2-40B4-BE49-F238E27FC236}">
                <a16:creationId xmlns:a16="http://schemas.microsoft.com/office/drawing/2014/main" id="{DCCFADBE-0FF7-5DBB-3E23-03C7C93F1A75}"/>
              </a:ext>
            </a:extLst>
          </p:cNvPr>
          <p:cNvSpPr/>
          <p:nvPr/>
        </p:nvSpPr>
        <p:spPr>
          <a:xfrm rot="10800000" flipH="1">
            <a:off x="8034490" y="-643438"/>
            <a:ext cx="1598607" cy="1056168"/>
          </a:xfrm>
          <a:custGeom>
            <a:avLst/>
            <a:gdLst/>
            <a:ahLst/>
            <a:cxnLst/>
            <a:rect l="l" t="t" r="r" b="b"/>
            <a:pathLst>
              <a:path w="21766" h="10347" extrusionOk="0">
                <a:moveTo>
                  <a:pt x="4787" y="1417"/>
                </a:moveTo>
                <a:lnTo>
                  <a:pt x="1" y="10347"/>
                </a:lnTo>
                <a:lnTo>
                  <a:pt x="16217" y="10347"/>
                </a:lnTo>
                <a:lnTo>
                  <a:pt x="21765" y="0"/>
                </a:lnTo>
                <a:lnTo>
                  <a:pt x="7156" y="0"/>
                </a:lnTo>
                <a:cubicBezTo>
                  <a:pt x="6168" y="0"/>
                  <a:pt x="5251" y="548"/>
                  <a:pt x="4787" y="1417"/>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AC2565E6-298C-6670-48ED-1905FB409E99}"/>
            </a:ext>
          </a:extLst>
        </p:cNvPr>
        <p:cNvGrpSpPr/>
        <p:nvPr/>
      </p:nvGrpSpPr>
      <p:grpSpPr>
        <a:xfrm>
          <a:off x="0" y="0"/>
          <a:ext cx="0" cy="0"/>
          <a:chOff x="0" y="0"/>
          <a:chExt cx="0" cy="0"/>
        </a:xfrm>
      </p:grpSpPr>
      <p:sp>
        <p:nvSpPr>
          <p:cNvPr id="321" name="Google Shape;321;p34">
            <a:extLst>
              <a:ext uri="{FF2B5EF4-FFF2-40B4-BE49-F238E27FC236}">
                <a16:creationId xmlns:a16="http://schemas.microsoft.com/office/drawing/2014/main" id="{66EDBAE1-7DDF-A3E2-BC76-4787C4120DCB}"/>
              </a:ext>
            </a:extLst>
          </p:cNvPr>
          <p:cNvSpPr txBox="1">
            <a:spLocks noGrp="1"/>
          </p:cNvSpPr>
          <p:nvPr>
            <p:ph type="title"/>
          </p:nvPr>
        </p:nvSpPr>
        <p:spPr>
          <a:xfrm>
            <a:off x="720000" y="561908"/>
            <a:ext cx="7713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Times New Roman" panose="02020603050405020304" pitchFamily="18" charset="0"/>
                <a:cs typeface="Times New Roman" panose="02020603050405020304" pitchFamily="18" charset="0"/>
              </a:rPr>
              <a:t>PROBLEM STATEMENT</a:t>
            </a:r>
            <a:endParaRPr b="1" dirty="0">
              <a:solidFill>
                <a:schemeClr val="accent3"/>
              </a:solidFill>
              <a:latin typeface="Times New Roman" panose="02020603050405020304" pitchFamily="18" charset="0"/>
              <a:cs typeface="Times New Roman" panose="02020603050405020304" pitchFamily="18" charset="0"/>
            </a:endParaRPr>
          </a:p>
        </p:txBody>
      </p:sp>
      <p:sp>
        <p:nvSpPr>
          <p:cNvPr id="322" name="Google Shape;322;p34">
            <a:extLst>
              <a:ext uri="{FF2B5EF4-FFF2-40B4-BE49-F238E27FC236}">
                <a16:creationId xmlns:a16="http://schemas.microsoft.com/office/drawing/2014/main" id="{47784FF2-6A6F-CA69-D516-DACBCA420F3D}"/>
              </a:ext>
            </a:extLst>
          </p:cNvPr>
          <p:cNvSpPr txBox="1">
            <a:spLocks noGrp="1"/>
          </p:cNvSpPr>
          <p:nvPr>
            <p:ph type="body" idx="1"/>
          </p:nvPr>
        </p:nvSpPr>
        <p:spPr>
          <a:xfrm>
            <a:off x="720000" y="1414880"/>
            <a:ext cx="7704000" cy="2313739"/>
          </a:xfrm>
          <a:prstGeom prst="rect">
            <a:avLst/>
          </a:prstGeom>
        </p:spPr>
        <p:txBody>
          <a:bodyPr spcFirstLastPara="1" wrap="square" lIns="91425" tIns="91425" rIns="91425" bIns="91425" anchor="t" anchorCtr="0">
            <a:noAutofit/>
          </a:bodyPr>
          <a:lstStyle/>
          <a:p>
            <a:pPr marL="198120" indent="0" algn="just">
              <a:lnSpc>
                <a:spcPct val="150000"/>
              </a:lnSpc>
              <a:buSzPct val="100000"/>
              <a:buNone/>
            </a:pPr>
            <a:r>
              <a:rPr lang="en-US" sz="1600" dirty="0">
                <a:latin typeface="Times New Roman" panose="02020603050405020304" pitchFamily="18" charset="0"/>
                <a:cs typeface="Times New Roman" panose="02020603050405020304" pitchFamily="18" charset="0"/>
              </a:rPr>
              <a:t>Many students lack proficiency in typing, which reduces both speed (WPM) and accuracy, affecting their academic and professional efficiency.</a:t>
            </a:r>
          </a:p>
          <a:p>
            <a:pPr marL="198120" indent="0" algn="just">
              <a:lnSpc>
                <a:spcPct val="150000"/>
              </a:lnSpc>
              <a:buSzPct val="100000"/>
              <a:buNone/>
            </a:pPr>
            <a:r>
              <a:rPr lang="en-US" sz="1600" dirty="0">
                <a:latin typeface="Times New Roman" panose="02020603050405020304" pitchFamily="18" charset="0"/>
                <a:cs typeface="Times New Roman" panose="02020603050405020304" pitchFamily="18" charset="0"/>
              </a:rPr>
              <a:t>Traditional teaching methods often fail to provide real-time feedback and measurable progress in typing skills.</a:t>
            </a:r>
          </a:p>
          <a:p>
            <a:pPr marL="198120" indent="0" algn="just">
              <a:lnSpc>
                <a:spcPct val="150000"/>
              </a:lnSpc>
              <a:buSzPct val="100000"/>
              <a:buNone/>
            </a:pPr>
            <a:r>
              <a:rPr lang="en-US" sz="1600" dirty="0">
                <a:latin typeface="Times New Roman" panose="02020603050405020304" pitchFamily="18" charset="0"/>
                <a:cs typeface="Times New Roman" panose="02020603050405020304" pitchFamily="18" charset="0"/>
              </a:rPr>
              <a:t>There is a need to evaluate the effectiveness of Typing software in improving accuracy and WPM through structured practice and assessment.</a:t>
            </a:r>
            <a:endParaRPr lang="en-IN" sz="1600" dirty="0">
              <a:latin typeface="Times New Roman" panose="02020603050405020304" pitchFamily="18" charset="0"/>
              <a:cs typeface="Times New Roman" panose="02020603050405020304" pitchFamily="18" charset="0"/>
            </a:endParaRPr>
          </a:p>
          <a:p>
            <a:pPr marL="0" lvl="0" indent="0" algn="just" rtl="0">
              <a:lnSpc>
                <a:spcPct val="150000"/>
              </a:lnSpc>
              <a:spcBef>
                <a:spcPts val="1600"/>
              </a:spcBef>
              <a:spcAft>
                <a:spcPts val="0"/>
              </a:spcAft>
              <a:buNone/>
            </a:pPr>
            <a:endParaRPr dirty="0">
              <a:solidFill>
                <a:schemeClr val="accent1"/>
              </a:solidFill>
            </a:endParaRPr>
          </a:p>
        </p:txBody>
      </p:sp>
      <p:sp>
        <p:nvSpPr>
          <p:cNvPr id="2" name="Google Shape;304;p33">
            <a:extLst>
              <a:ext uri="{FF2B5EF4-FFF2-40B4-BE49-F238E27FC236}">
                <a16:creationId xmlns:a16="http://schemas.microsoft.com/office/drawing/2014/main" id="{81F4B730-D500-6086-986C-73DF842ACD43}"/>
              </a:ext>
            </a:extLst>
          </p:cNvPr>
          <p:cNvSpPr/>
          <p:nvPr/>
        </p:nvSpPr>
        <p:spPr>
          <a:xfrm rot="10800000" flipV="1">
            <a:off x="-656849" y="4499427"/>
            <a:ext cx="2167344" cy="929100"/>
          </a:xfrm>
          <a:custGeom>
            <a:avLst/>
            <a:gdLst/>
            <a:ahLst/>
            <a:cxnLst/>
            <a:rect l="l" t="t" r="r" b="b"/>
            <a:pathLst>
              <a:path w="21766" h="10347" extrusionOk="0">
                <a:moveTo>
                  <a:pt x="4787" y="1417"/>
                </a:moveTo>
                <a:lnTo>
                  <a:pt x="1" y="10347"/>
                </a:lnTo>
                <a:lnTo>
                  <a:pt x="16217" y="10347"/>
                </a:lnTo>
                <a:lnTo>
                  <a:pt x="21765" y="0"/>
                </a:lnTo>
                <a:lnTo>
                  <a:pt x="7156" y="0"/>
                </a:lnTo>
                <a:cubicBezTo>
                  <a:pt x="6168" y="0"/>
                  <a:pt x="5251" y="548"/>
                  <a:pt x="4787" y="1417"/>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13;p33">
            <a:extLst>
              <a:ext uri="{FF2B5EF4-FFF2-40B4-BE49-F238E27FC236}">
                <a16:creationId xmlns:a16="http://schemas.microsoft.com/office/drawing/2014/main" id="{23592BEB-B8C9-507E-5C20-1E01830E493D}"/>
              </a:ext>
            </a:extLst>
          </p:cNvPr>
          <p:cNvSpPr/>
          <p:nvPr/>
        </p:nvSpPr>
        <p:spPr>
          <a:xfrm>
            <a:off x="-1238145" y="-265559"/>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9739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FAF1C696-BCA9-4524-D500-8857D42BCDD8}"/>
            </a:ext>
          </a:extLst>
        </p:cNvPr>
        <p:cNvGrpSpPr/>
        <p:nvPr/>
      </p:nvGrpSpPr>
      <p:grpSpPr>
        <a:xfrm>
          <a:off x="0" y="0"/>
          <a:ext cx="0" cy="0"/>
          <a:chOff x="0" y="0"/>
          <a:chExt cx="0" cy="0"/>
        </a:xfrm>
      </p:grpSpPr>
      <p:sp>
        <p:nvSpPr>
          <p:cNvPr id="2" name="Google Shape;304;p33">
            <a:extLst>
              <a:ext uri="{FF2B5EF4-FFF2-40B4-BE49-F238E27FC236}">
                <a16:creationId xmlns:a16="http://schemas.microsoft.com/office/drawing/2014/main" id="{B6373A9A-85F5-82D5-EAA4-67ED39D2EFFC}"/>
              </a:ext>
            </a:extLst>
          </p:cNvPr>
          <p:cNvSpPr/>
          <p:nvPr/>
        </p:nvSpPr>
        <p:spPr>
          <a:xfrm rot="10800000" flipV="1">
            <a:off x="-772596" y="4606557"/>
            <a:ext cx="2653481" cy="903766"/>
          </a:xfrm>
          <a:custGeom>
            <a:avLst/>
            <a:gdLst/>
            <a:ahLst/>
            <a:cxnLst/>
            <a:rect l="l" t="t" r="r" b="b"/>
            <a:pathLst>
              <a:path w="21766" h="10347" extrusionOk="0">
                <a:moveTo>
                  <a:pt x="4787" y="1417"/>
                </a:moveTo>
                <a:lnTo>
                  <a:pt x="1" y="10347"/>
                </a:lnTo>
                <a:lnTo>
                  <a:pt x="16217" y="10347"/>
                </a:lnTo>
                <a:lnTo>
                  <a:pt x="21765" y="0"/>
                </a:lnTo>
                <a:lnTo>
                  <a:pt x="7156" y="0"/>
                </a:lnTo>
                <a:cubicBezTo>
                  <a:pt x="6168" y="0"/>
                  <a:pt x="5251" y="548"/>
                  <a:pt x="4787" y="1417"/>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13;p33">
            <a:extLst>
              <a:ext uri="{FF2B5EF4-FFF2-40B4-BE49-F238E27FC236}">
                <a16:creationId xmlns:a16="http://schemas.microsoft.com/office/drawing/2014/main" id="{A36D96F6-5948-D3F8-DB9C-070FAC32A8D6}"/>
              </a:ext>
            </a:extLst>
          </p:cNvPr>
          <p:cNvSpPr/>
          <p:nvPr/>
        </p:nvSpPr>
        <p:spPr>
          <a:xfrm>
            <a:off x="7501818" y="-345600"/>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AA8FF3E6-C592-A175-1C9E-0DCCE6B296F0}"/>
              </a:ext>
            </a:extLst>
          </p:cNvPr>
          <p:cNvSpPr/>
          <p:nvPr/>
        </p:nvSpPr>
        <p:spPr>
          <a:xfrm>
            <a:off x="0" y="85060"/>
            <a:ext cx="1717158" cy="26054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2"/>
                </a:solidFill>
              </a:ln>
            </a:endParaRPr>
          </a:p>
        </p:txBody>
      </p:sp>
      <p:sp>
        <p:nvSpPr>
          <p:cNvPr id="6" name="Text Placeholder 5">
            <a:extLst>
              <a:ext uri="{FF2B5EF4-FFF2-40B4-BE49-F238E27FC236}">
                <a16:creationId xmlns:a16="http://schemas.microsoft.com/office/drawing/2014/main" id="{223D74AF-D58D-3418-13C1-E6949505FC8F}"/>
              </a:ext>
            </a:extLst>
          </p:cNvPr>
          <p:cNvSpPr>
            <a:spLocks noGrp="1"/>
          </p:cNvSpPr>
          <p:nvPr>
            <p:ph type="body" idx="1"/>
          </p:nvPr>
        </p:nvSpPr>
        <p:spPr>
          <a:xfrm>
            <a:off x="715050" y="1436190"/>
            <a:ext cx="7704000" cy="2271120"/>
          </a:xfrm>
        </p:spPr>
        <p:txBody>
          <a:bodyPr/>
          <a:lstStyle/>
          <a:p>
            <a:pPr lvl="1" algn="just">
              <a:lnSpc>
                <a:spcPct val="200000"/>
              </a:lnSpc>
              <a:buSzPct val="100000"/>
              <a:buFont typeface="+mj-lt"/>
              <a:buAutoNum type="arabicPeriod"/>
            </a:pPr>
            <a:r>
              <a:rPr lang="en-US" sz="1600" dirty="0">
                <a:latin typeface="Times New Roman" panose="02020603050405020304" pitchFamily="18" charset="0"/>
                <a:cs typeface="Times New Roman" panose="02020603050405020304" pitchFamily="18" charset="0"/>
              </a:rPr>
              <a:t>Clean, friendly UI (Typ­ing Master still feels like a Windows 7 app).</a:t>
            </a:r>
          </a:p>
          <a:p>
            <a:pPr lvl="1" algn="just">
              <a:lnSpc>
                <a:spcPct val="200000"/>
              </a:lnSpc>
              <a:buSzPct val="100000"/>
              <a:buFont typeface="+mj-lt"/>
              <a:buAutoNum type="arabicPeriod"/>
            </a:pPr>
            <a:r>
              <a:rPr lang="en-US" sz="1600" dirty="0">
                <a:latin typeface="Times New Roman" panose="02020603050405020304" pitchFamily="18" charset="0"/>
                <a:cs typeface="Times New Roman" panose="02020603050405020304" pitchFamily="18" charset="0"/>
              </a:rPr>
              <a:t>Real-time Error Detection (wrong key presses, missed keys).</a:t>
            </a:r>
          </a:p>
          <a:p>
            <a:pPr lvl="1" algn="just">
              <a:lnSpc>
                <a:spcPct val="200000"/>
              </a:lnSpc>
              <a:buSzPct val="100000"/>
              <a:buFont typeface="+mj-lt"/>
              <a:buAutoNum type="arabicPeriod"/>
            </a:pPr>
            <a:r>
              <a:rPr lang="en-IN" sz="1600" dirty="0">
                <a:latin typeface="Times New Roman" panose="02020603050405020304" pitchFamily="18" charset="0"/>
                <a:cs typeface="Times New Roman" panose="02020603050405020304" pitchFamily="18" charset="0"/>
              </a:rPr>
              <a:t>Virtual Keyboard Visualization for beginner</a:t>
            </a:r>
            <a:endParaRPr lang="en-US" sz="1600" dirty="0">
              <a:latin typeface="Times New Roman" panose="02020603050405020304" pitchFamily="18" charset="0"/>
              <a:cs typeface="Times New Roman" panose="02020603050405020304" pitchFamily="18" charset="0"/>
            </a:endParaRPr>
          </a:p>
          <a:p>
            <a:pPr lvl="1" algn="just">
              <a:lnSpc>
                <a:spcPct val="200000"/>
              </a:lnSpc>
              <a:buSzPct val="100000"/>
              <a:buFont typeface="+mj-lt"/>
              <a:buAutoNum type="arabicPeriod"/>
            </a:pPr>
            <a:r>
              <a:rPr lang="en-US" sz="1600" dirty="0">
                <a:latin typeface="Times New Roman" panose="02020603050405020304" pitchFamily="18" charset="0"/>
                <a:cs typeface="Times New Roman" panose="02020603050405020304" pitchFamily="18" charset="0"/>
              </a:rPr>
              <a:t>Coding Mode ,which  helps to increase coding speed.</a:t>
            </a:r>
          </a:p>
        </p:txBody>
      </p:sp>
      <p:sp>
        <p:nvSpPr>
          <p:cNvPr id="8" name="Title 7">
            <a:extLst>
              <a:ext uri="{FF2B5EF4-FFF2-40B4-BE49-F238E27FC236}">
                <a16:creationId xmlns:a16="http://schemas.microsoft.com/office/drawing/2014/main" id="{2722AD2D-248B-13CF-7C0E-81EDC8798154}"/>
              </a:ext>
            </a:extLst>
          </p:cNvPr>
          <p:cNvSpPr>
            <a:spLocks noGrp="1"/>
          </p:cNvSpPr>
          <p:nvPr>
            <p:ph type="title"/>
          </p:nvPr>
        </p:nvSpPr>
        <p:spPr>
          <a:xfrm>
            <a:off x="715050" y="496111"/>
            <a:ext cx="7713900" cy="572700"/>
          </a:xfrm>
        </p:spPr>
        <p:txBody>
          <a:bodyPr/>
          <a:lstStyle/>
          <a:p>
            <a:r>
              <a:rPr lang="en-IN" b="1" dirty="0">
                <a:latin typeface="Times New Roman" panose="02020603050405020304" pitchFamily="18" charset="0"/>
                <a:cs typeface="Times New Roman" panose="02020603050405020304" pitchFamily="18" charset="0"/>
              </a:rPr>
              <a:t>PROPOSED SOLUTIONS</a:t>
            </a:r>
          </a:p>
        </p:txBody>
      </p:sp>
    </p:spTree>
    <p:extLst>
      <p:ext uri="{BB962C8B-B14F-4D97-AF65-F5344CB8AC3E}">
        <p14:creationId xmlns:p14="http://schemas.microsoft.com/office/powerpoint/2010/main" val="1891017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2857C278-6C9C-DB03-F1AB-72968472A76E}"/>
            </a:ext>
          </a:extLst>
        </p:cNvPr>
        <p:cNvGrpSpPr/>
        <p:nvPr/>
      </p:nvGrpSpPr>
      <p:grpSpPr>
        <a:xfrm>
          <a:off x="0" y="0"/>
          <a:ext cx="0" cy="0"/>
          <a:chOff x="0" y="0"/>
          <a:chExt cx="0" cy="0"/>
        </a:xfrm>
      </p:grpSpPr>
      <p:sp>
        <p:nvSpPr>
          <p:cNvPr id="2" name="Google Shape;304;p33">
            <a:extLst>
              <a:ext uri="{FF2B5EF4-FFF2-40B4-BE49-F238E27FC236}">
                <a16:creationId xmlns:a16="http://schemas.microsoft.com/office/drawing/2014/main" id="{B47D08C8-3C4E-01AA-EE94-DF178D33CF1E}"/>
              </a:ext>
            </a:extLst>
          </p:cNvPr>
          <p:cNvSpPr/>
          <p:nvPr/>
        </p:nvSpPr>
        <p:spPr>
          <a:xfrm rot="10800000" flipV="1">
            <a:off x="-593188" y="4606557"/>
            <a:ext cx="2393050" cy="903766"/>
          </a:xfrm>
          <a:custGeom>
            <a:avLst/>
            <a:gdLst/>
            <a:ahLst/>
            <a:cxnLst/>
            <a:rect l="l" t="t" r="r" b="b"/>
            <a:pathLst>
              <a:path w="21766" h="10347" extrusionOk="0">
                <a:moveTo>
                  <a:pt x="4787" y="1417"/>
                </a:moveTo>
                <a:lnTo>
                  <a:pt x="1" y="10347"/>
                </a:lnTo>
                <a:lnTo>
                  <a:pt x="16217" y="10347"/>
                </a:lnTo>
                <a:lnTo>
                  <a:pt x="21765" y="0"/>
                </a:lnTo>
                <a:lnTo>
                  <a:pt x="7156" y="0"/>
                </a:lnTo>
                <a:cubicBezTo>
                  <a:pt x="6168" y="0"/>
                  <a:pt x="5251" y="548"/>
                  <a:pt x="4787" y="1417"/>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13;p33">
            <a:extLst>
              <a:ext uri="{FF2B5EF4-FFF2-40B4-BE49-F238E27FC236}">
                <a16:creationId xmlns:a16="http://schemas.microsoft.com/office/drawing/2014/main" id="{7F426B3C-0D90-BA5A-2B9F-0301BC50A460}"/>
              </a:ext>
            </a:extLst>
          </p:cNvPr>
          <p:cNvSpPr/>
          <p:nvPr/>
        </p:nvSpPr>
        <p:spPr>
          <a:xfrm>
            <a:off x="7501818" y="-345600"/>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46B33956-A8F3-2003-2259-CF080AF9994C}"/>
              </a:ext>
            </a:extLst>
          </p:cNvPr>
          <p:cNvSpPr/>
          <p:nvPr/>
        </p:nvSpPr>
        <p:spPr>
          <a:xfrm>
            <a:off x="0" y="85060"/>
            <a:ext cx="1717158" cy="26054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2"/>
                </a:solidFill>
              </a:ln>
            </a:endParaRPr>
          </a:p>
        </p:txBody>
      </p:sp>
      <p:sp>
        <p:nvSpPr>
          <p:cNvPr id="6" name="Text Placeholder 5">
            <a:extLst>
              <a:ext uri="{FF2B5EF4-FFF2-40B4-BE49-F238E27FC236}">
                <a16:creationId xmlns:a16="http://schemas.microsoft.com/office/drawing/2014/main" id="{F5D123C5-F976-4CB7-39D0-3684AF1232FA}"/>
              </a:ext>
            </a:extLst>
          </p:cNvPr>
          <p:cNvSpPr>
            <a:spLocks noGrp="1"/>
          </p:cNvSpPr>
          <p:nvPr>
            <p:ph type="body" idx="1"/>
          </p:nvPr>
        </p:nvSpPr>
        <p:spPr>
          <a:xfrm>
            <a:off x="715050" y="1355478"/>
            <a:ext cx="7704000" cy="2915580"/>
          </a:xfrm>
        </p:spPr>
        <p:txBody>
          <a:bodyPr/>
          <a:lstStyle/>
          <a:p>
            <a:pPr marL="198120" indent="0">
              <a:buNone/>
            </a:pPr>
            <a:r>
              <a:rPr lang="en-IN" sz="1600" i="1" dirty="0" err="1">
                <a:latin typeface="Times New Roman" panose="02020603050405020304" pitchFamily="18" charset="0"/>
                <a:cs typeface="Times New Roman" panose="02020603050405020304" pitchFamily="18" charset="0"/>
              </a:rPr>
              <a:t>TypingMaster</a:t>
            </a:r>
            <a:r>
              <a:rPr lang="en-IN" sz="1600" i="1" dirty="0">
                <a:latin typeface="Times New Roman" panose="02020603050405020304" pitchFamily="18" charset="0"/>
                <a:cs typeface="Times New Roman" panose="02020603050405020304" pitchFamily="18" charset="0"/>
              </a:rPr>
              <a:t>: Professional typing tutor software.</a:t>
            </a:r>
            <a:endParaRPr lang="en-IN" sz="1600" dirty="0">
              <a:latin typeface="Times New Roman" panose="02020603050405020304" pitchFamily="18" charset="0"/>
              <a:cs typeface="Times New Roman" panose="02020603050405020304" pitchFamily="18" charset="0"/>
            </a:endParaRPr>
          </a:p>
          <a:p>
            <a:pPr marL="198120" indent="0">
              <a:buNone/>
            </a:pPr>
            <a:r>
              <a:rPr lang="en-IN" sz="1600" b="1" dirty="0">
                <a:latin typeface="Times New Roman" panose="02020603050405020304" pitchFamily="18" charset="0"/>
                <a:cs typeface="Times New Roman" panose="02020603050405020304" pitchFamily="18" charset="0"/>
              </a:rPr>
              <a:t>Authors: </a:t>
            </a:r>
            <a:r>
              <a:rPr lang="en-IN" sz="1600" dirty="0">
                <a:latin typeface="Times New Roman" panose="02020603050405020304" pitchFamily="18" charset="0"/>
                <a:cs typeface="Times New Roman" panose="02020603050405020304" pitchFamily="18" charset="0"/>
              </a:rPr>
              <a:t>Anna Feit and Per Ola Kristensson</a:t>
            </a:r>
            <a:endParaRPr lang="en-IN" sz="1600" b="1" dirty="0">
              <a:latin typeface="Times New Roman" panose="02020603050405020304" pitchFamily="18" charset="0"/>
              <a:cs typeface="Times New Roman" panose="02020603050405020304" pitchFamily="18" charset="0"/>
            </a:endParaRPr>
          </a:p>
          <a:p>
            <a:pPr marL="198120" indent="0">
              <a:buNone/>
            </a:pPr>
            <a:r>
              <a:rPr lang="en-IN" sz="1600" b="1" dirty="0">
                <a:latin typeface="Times New Roman" panose="02020603050405020304" pitchFamily="18" charset="0"/>
                <a:cs typeface="Times New Roman" panose="02020603050405020304" pitchFamily="18" charset="0"/>
              </a:rPr>
              <a:t>Year: </a:t>
            </a:r>
            <a:r>
              <a:rPr lang="en-IN" sz="1600" dirty="0">
                <a:latin typeface="Times New Roman" panose="02020603050405020304" pitchFamily="18" charset="0"/>
                <a:cs typeface="Times New Roman" panose="02020603050405020304" pitchFamily="18" charset="0"/>
              </a:rPr>
              <a:t>2018</a:t>
            </a:r>
          </a:p>
          <a:p>
            <a:pPr marL="198120" indent="0">
              <a:buNone/>
            </a:pPr>
            <a:r>
              <a:rPr lang="en-IN" sz="1600" b="1" dirty="0">
                <a:latin typeface="Times New Roman" panose="02020603050405020304" pitchFamily="18" charset="0"/>
                <a:cs typeface="Times New Roman" panose="02020603050405020304" pitchFamily="18" charset="0"/>
              </a:rPr>
              <a:t>Main Finding:</a:t>
            </a:r>
            <a:br>
              <a:rPr lang="en-IN"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researchers discovered that not all users learn typing in the same way — their background (student, professional, age, etc.) strongly influences how fast they improve, how long they continue practice, and how they use typing </a:t>
            </a:r>
            <a:r>
              <a:rPr lang="en-US" sz="1600" dirty="0" err="1">
                <a:latin typeface="Times New Roman" panose="02020603050405020304" pitchFamily="18" charset="0"/>
                <a:cs typeface="Times New Roman" panose="02020603050405020304" pitchFamily="18" charset="0"/>
              </a:rPr>
              <a:t>tools.This</a:t>
            </a:r>
            <a:r>
              <a:rPr lang="en-US" sz="1600" dirty="0">
                <a:latin typeface="Times New Roman" panose="02020603050405020304" pitchFamily="18" charset="0"/>
                <a:cs typeface="Times New Roman" panose="02020603050405020304" pitchFamily="18" charset="0"/>
              </a:rPr>
              <a:t> helped highlight the need for personalized and user-specific typing training systems, rather than one-size-fits-all solutions.</a:t>
            </a:r>
          </a:p>
        </p:txBody>
      </p:sp>
      <p:sp>
        <p:nvSpPr>
          <p:cNvPr id="8" name="Title 7">
            <a:extLst>
              <a:ext uri="{FF2B5EF4-FFF2-40B4-BE49-F238E27FC236}">
                <a16:creationId xmlns:a16="http://schemas.microsoft.com/office/drawing/2014/main" id="{BDF66B54-7FCD-27EB-3F3B-22DCC5F64257}"/>
              </a:ext>
            </a:extLst>
          </p:cNvPr>
          <p:cNvSpPr>
            <a:spLocks noGrp="1"/>
          </p:cNvSpPr>
          <p:nvPr>
            <p:ph type="title"/>
          </p:nvPr>
        </p:nvSpPr>
        <p:spPr>
          <a:xfrm>
            <a:off x="715050" y="436407"/>
            <a:ext cx="7713900" cy="572700"/>
          </a:xfrm>
        </p:spPr>
        <p:txBody>
          <a:bodyPr/>
          <a:lstStyle/>
          <a:p>
            <a:r>
              <a:rPr lang="en-IN"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707951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5BBE67BC-E78C-A1A6-9F30-3D36D0D2A12E}"/>
            </a:ext>
          </a:extLst>
        </p:cNvPr>
        <p:cNvGrpSpPr/>
        <p:nvPr/>
      </p:nvGrpSpPr>
      <p:grpSpPr>
        <a:xfrm>
          <a:off x="0" y="0"/>
          <a:ext cx="0" cy="0"/>
          <a:chOff x="0" y="0"/>
          <a:chExt cx="0" cy="0"/>
        </a:xfrm>
      </p:grpSpPr>
      <p:sp>
        <p:nvSpPr>
          <p:cNvPr id="2" name="Google Shape;304;p33">
            <a:extLst>
              <a:ext uri="{FF2B5EF4-FFF2-40B4-BE49-F238E27FC236}">
                <a16:creationId xmlns:a16="http://schemas.microsoft.com/office/drawing/2014/main" id="{C3D523F8-7490-1556-5B0F-0D4111FD07C5}"/>
              </a:ext>
            </a:extLst>
          </p:cNvPr>
          <p:cNvSpPr/>
          <p:nvPr/>
        </p:nvSpPr>
        <p:spPr>
          <a:xfrm rot="10800000" flipV="1">
            <a:off x="-807321" y="4557300"/>
            <a:ext cx="2427776" cy="903766"/>
          </a:xfrm>
          <a:custGeom>
            <a:avLst/>
            <a:gdLst/>
            <a:ahLst/>
            <a:cxnLst/>
            <a:rect l="l" t="t" r="r" b="b"/>
            <a:pathLst>
              <a:path w="21766" h="10347" extrusionOk="0">
                <a:moveTo>
                  <a:pt x="4787" y="1417"/>
                </a:moveTo>
                <a:lnTo>
                  <a:pt x="1" y="10347"/>
                </a:lnTo>
                <a:lnTo>
                  <a:pt x="16217" y="10347"/>
                </a:lnTo>
                <a:lnTo>
                  <a:pt x="21765" y="0"/>
                </a:lnTo>
                <a:lnTo>
                  <a:pt x="7156" y="0"/>
                </a:lnTo>
                <a:cubicBezTo>
                  <a:pt x="6168" y="0"/>
                  <a:pt x="5251" y="548"/>
                  <a:pt x="4787" y="1417"/>
                </a:cubicBezTo>
                <a:close/>
              </a:path>
            </a:pathLst>
          </a:custGeom>
          <a:gradFill>
            <a:gsLst>
              <a:gs pos="0">
                <a:schemeClr val="accent3"/>
              </a:gs>
              <a:gs pos="34000">
                <a:srgbClr val="FAB93C"/>
              </a:gs>
              <a:gs pos="100000">
                <a:schemeClr val="accent4"/>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13;p33">
            <a:extLst>
              <a:ext uri="{FF2B5EF4-FFF2-40B4-BE49-F238E27FC236}">
                <a16:creationId xmlns:a16="http://schemas.microsoft.com/office/drawing/2014/main" id="{6562E3B6-267C-4953-E7F9-3D17FD6D6E87}"/>
              </a:ext>
            </a:extLst>
          </p:cNvPr>
          <p:cNvSpPr/>
          <p:nvPr/>
        </p:nvSpPr>
        <p:spPr>
          <a:xfrm>
            <a:off x="7501818" y="-345600"/>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3874E1F0-9A52-0254-DC04-169956B734B7}"/>
              </a:ext>
            </a:extLst>
          </p:cNvPr>
          <p:cNvSpPr/>
          <p:nvPr/>
        </p:nvSpPr>
        <p:spPr>
          <a:xfrm>
            <a:off x="0" y="85060"/>
            <a:ext cx="1717158" cy="26054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2"/>
                </a:solidFill>
              </a:ln>
            </a:endParaRPr>
          </a:p>
        </p:txBody>
      </p:sp>
      <p:sp>
        <p:nvSpPr>
          <p:cNvPr id="6" name="Text Placeholder 5">
            <a:extLst>
              <a:ext uri="{FF2B5EF4-FFF2-40B4-BE49-F238E27FC236}">
                <a16:creationId xmlns:a16="http://schemas.microsoft.com/office/drawing/2014/main" id="{F80ECD2E-6479-BCBE-B96F-8677E221D3BC}"/>
              </a:ext>
            </a:extLst>
          </p:cNvPr>
          <p:cNvSpPr>
            <a:spLocks noGrp="1"/>
          </p:cNvSpPr>
          <p:nvPr>
            <p:ph type="body" idx="1"/>
          </p:nvPr>
        </p:nvSpPr>
        <p:spPr>
          <a:xfrm>
            <a:off x="715050" y="1279864"/>
            <a:ext cx="7704000" cy="2729676"/>
          </a:xfrm>
        </p:spPr>
        <p:txBody>
          <a:bodyPr/>
          <a:lstStyle/>
          <a:p>
            <a:pPr marL="198120" indent="0">
              <a:buNone/>
            </a:pPr>
            <a:r>
              <a:rPr lang="en-IN" sz="1600" dirty="0">
                <a:latin typeface="Times New Roman" panose="02020603050405020304" pitchFamily="18" charset="0"/>
                <a:cs typeface="Times New Roman" panose="02020603050405020304" pitchFamily="18" charset="0"/>
              </a:rPr>
              <a:t>Teaching.com : </a:t>
            </a:r>
            <a:r>
              <a:rPr lang="en-IN" sz="1600" i="1" dirty="0">
                <a:latin typeface="Times New Roman" panose="02020603050405020304" pitchFamily="18" charset="0"/>
                <a:cs typeface="Times New Roman" panose="02020603050405020304" pitchFamily="18" charset="0"/>
              </a:rPr>
              <a:t>Typing.com is a Free typing tutor and digital literacy platform</a:t>
            </a:r>
            <a:r>
              <a:rPr lang="en-IN" sz="1600" dirty="0">
                <a:latin typeface="Times New Roman" panose="02020603050405020304" pitchFamily="18" charset="0"/>
                <a:cs typeface="Times New Roman" panose="02020603050405020304" pitchFamily="18" charset="0"/>
              </a:rPr>
              <a:t>. </a:t>
            </a:r>
          </a:p>
          <a:p>
            <a:pPr marL="198120" indent="0">
              <a:buNone/>
            </a:pPr>
            <a:r>
              <a:rPr lang="en-IN" sz="1600" b="1" dirty="0">
                <a:latin typeface="Times New Roman" panose="02020603050405020304" pitchFamily="18" charset="0"/>
                <a:cs typeface="Times New Roman" panose="02020603050405020304" pitchFamily="18" charset="0"/>
              </a:rPr>
              <a:t>Author: </a:t>
            </a:r>
            <a:r>
              <a:rPr lang="en-IN" sz="1600" dirty="0">
                <a:latin typeface="Times New Roman" panose="02020603050405020304" pitchFamily="18" charset="0"/>
                <a:cs typeface="Times New Roman" panose="02020603050405020304" pitchFamily="18" charset="0"/>
              </a:rPr>
              <a:t>Venny Karolina</a:t>
            </a:r>
          </a:p>
          <a:p>
            <a:pPr marL="198120" indent="0">
              <a:buNone/>
            </a:pPr>
            <a:r>
              <a:rPr lang="en-IN" sz="1600" b="1" dirty="0">
                <a:latin typeface="Times New Roman" panose="02020603050405020304" pitchFamily="18" charset="0"/>
                <a:cs typeface="Times New Roman" panose="02020603050405020304" pitchFamily="18" charset="0"/>
              </a:rPr>
              <a:t>Year: </a:t>
            </a:r>
            <a:r>
              <a:rPr lang="en-IN" sz="1600" dirty="0">
                <a:latin typeface="Times New Roman" panose="02020603050405020304" pitchFamily="18" charset="0"/>
                <a:cs typeface="Times New Roman" panose="02020603050405020304" pitchFamily="18" charset="0"/>
              </a:rPr>
              <a:t>2016-17</a:t>
            </a:r>
          </a:p>
          <a:p>
            <a:pPr marL="198120" indent="0">
              <a:buNone/>
            </a:pPr>
            <a:r>
              <a:rPr lang="en-IN" sz="1600" b="1" dirty="0">
                <a:latin typeface="Times New Roman" panose="02020603050405020304" pitchFamily="18" charset="0"/>
                <a:cs typeface="Times New Roman" panose="02020603050405020304" pitchFamily="18" charset="0"/>
              </a:rPr>
              <a:t>Main Finding:</a:t>
            </a:r>
            <a:br>
              <a:rPr lang="en-IN"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study found that </a:t>
            </a:r>
            <a:r>
              <a:rPr lang="en-US" sz="1600" b="1" dirty="0">
                <a:latin typeface="Times New Roman" panose="02020603050405020304" pitchFamily="18" charset="0"/>
                <a:cs typeface="Times New Roman" panose="02020603050405020304" pitchFamily="18" charset="0"/>
              </a:rPr>
              <a:t>students showed measurable improvement</a:t>
            </a:r>
            <a:r>
              <a:rPr lang="en-US" sz="1600" dirty="0">
                <a:latin typeface="Times New Roman" panose="02020603050405020304" pitchFamily="18" charset="0"/>
                <a:cs typeface="Times New Roman" panose="02020603050405020304" pitchFamily="18" charset="0"/>
              </a:rPr>
              <a:t> in both speed (WPM) and accuracy after using Typing.com regularly.</a:t>
            </a:r>
          </a:p>
          <a:p>
            <a:pPr marL="198120" indent="0">
              <a:buNone/>
            </a:pPr>
            <a:r>
              <a:rPr lang="en-US" sz="1600" dirty="0">
                <a:latin typeface="Times New Roman" panose="02020603050405020304" pitchFamily="18" charset="0"/>
                <a:cs typeface="Times New Roman" panose="02020603050405020304" pitchFamily="18" charset="0"/>
              </a:rPr>
              <a:t>The platform’s </a:t>
            </a:r>
            <a:r>
              <a:rPr lang="en-US" sz="1600" b="1" dirty="0">
                <a:latin typeface="Times New Roman" panose="02020603050405020304" pitchFamily="18" charset="0"/>
                <a:cs typeface="Times New Roman" panose="02020603050405020304" pitchFamily="18" charset="0"/>
              </a:rPr>
              <a:t>gamified structure and progressive lessons</a:t>
            </a:r>
            <a:r>
              <a:rPr lang="en-US" sz="1600" dirty="0">
                <a:latin typeface="Times New Roman" panose="02020603050405020304" pitchFamily="18" charset="0"/>
                <a:cs typeface="Times New Roman" panose="02020603050405020304" pitchFamily="18" charset="0"/>
              </a:rPr>
              <a:t> helped maintain consistency in practice.</a:t>
            </a:r>
            <a:endParaRPr lang="en-IN" sz="1600" dirty="0">
              <a:latin typeface="Times New Roman" panose="02020603050405020304" pitchFamily="18" charset="0"/>
              <a:cs typeface="Times New Roman" panose="02020603050405020304" pitchFamily="18" charset="0"/>
            </a:endParaRPr>
          </a:p>
        </p:txBody>
      </p:sp>
      <p:sp>
        <p:nvSpPr>
          <p:cNvPr id="9" name="Title 7">
            <a:extLst>
              <a:ext uri="{FF2B5EF4-FFF2-40B4-BE49-F238E27FC236}">
                <a16:creationId xmlns:a16="http://schemas.microsoft.com/office/drawing/2014/main" id="{D6417F98-575F-6E9D-0AC6-485C5C079FCD}"/>
              </a:ext>
            </a:extLst>
          </p:cNvPr>
          <p:cNvSpPr>
            <a:spLocks noGrp="1"/>
          </p:cNvSpPr>
          <p:nvPr>
            <p:ph type="title"/>
          </p:nvPr>
        </p:nvSpPr>
        <p:spPr>
          <a:xfrm>
            <a:off x="715050" y="436407"/>
            <a:ext cx="7713900" cy="572700"/>
          </a:xfrm>
        </p:spPr>
        <p:txBody>
          <a:bodyPr/>
          <a:lstStyle/>
          <a:p>
            <a:r>
              <a:rPr lang="en-IN"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3704784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10" name="Google Shape;321;p34">
            <a:extLst>
              <a:ext uri="{FF2B5EF4-FFF2-40B4-BE49-F238E27FC236}">
                <a16:creationId xmlns:a16="http://schemas.microsoft.com/office/drawing/2014/main" id="{0AFD73E6-BCA6-E1BA-2DC5-4604B6193272}"/>
              </a:ext>
            </a:extLst>
          </p:cNvPr>
          <p:cNvSpPr txBox="1">
            <a:spLocks noGrp="1"/>
          </p:cNvSpPr>
          <p:nvPr>
            <p:ph type="title"/>
          </p:nvPr>
        </p:nvSpPr>
        <p:spPr>
          <a:xfrm>
            <a:off x="2627575" y="695216"/>
            <a:ext cx="3888847"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dirty="0">
                <a:latin typeface="Times New Roman" panose="02020603050405020304" pitchFamily="18" charset="0"/>
                <a:cs typeface="Times New Roman" panose="02020603050405020304" pitchFamily="18" charset="0"/>
              </a:rPr>
              <a:t>OBJECTIVES</a:t>
            </a:r>
            <a:endParaRPr sz="3200" b="1" dirty="0">
              <a:solidFill>
                <a:schemeClr val="accent3"/>
              </a:solidFill>
              <a:latin typeface="Times New Roman" panose="02020603050405020304" pitchFamily="18" charset="0"/>
              <a:cs typeface="Times New Roman" panose="02020603050405020304" pitchFamily="18" charset="0"/>
            </a:endParaRPr>
          </a:p>
        </p:txBody>
      </p:sp>
      <p:sp>
        <p:nvSpPr>
          <p:cNvPr id="11" name="Rectangle 1">
            <a:extLst>
              <a:ext uri="{FF2B5EF4-FFF2-40B4-BE49-F238E27FC236}">
                <a16:creationId xmlns:a16="http://schemas.microsoft.com/office/drawing/2014/main" id="{B1971964-7BE6-7CC8-F571-9F3C18BED2B9}"/>
              </a:ext>
            </a:extLst>
          </p:cNvPr>
          <p:cNvSpPr>
            <a:spLocks noChangeArrowheads="1"/>
          </p:cNvSpPr>
          <p:nvPr/>
        </p:nvSpPr>
        <p:spPr bwMode="auto">
          <a:xfrm>
            <a:off x="1151317" y="1445539"/>
            <a:ext cx="6841361" cy="300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evaluate and improve user typing skills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measuring speed, accuracy, and consistency across multiple difficulty levels.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adaptive typing modes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match the skill level and learning pace of different users.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an interactive and user-friendly interface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encourages regular practice and enhances the overall typing learning experience.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support coding literacy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allowing users to practice typing syntactically accurate code snippets in multiple programming languages.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9" name="Title 2">
            <a:extLst>
              <a:ext uri="{FF2B5EF4-FFF2-40B4-BE49-F238E27FC236}">
                <a16:creationId xmlns:a16="http://schemas.microsoft.com/office/drawing/2014/main" id="{D36E16BA-1156-5586-623A-95783FD35538}"/>
              </a:ext>
            </a:extLst>
          </p:cNvPr>
          <p:cNvSpPr>
            <a:spLocks noGrp="1"/>
          </p:cNvSpPr>
          <p:nvPr>
            <p:ph type="title"/>
          </p:nvPr>
        </p:nvSpPr>
        <p:spPr>
          <a:xfrm>
            <a:off x="1636528" y="705340"/>
            <a:ext cx="4295499" cy="572700"/>
          </a:xfrm>
        </p:spPr>
        <p:txBody>
          <a:bodyPr/>
          <a:lstStyle/>
          <a:p>
            <a:r>
              <a:rPr lang="en-IN" sz="3200" b="1" dirty="0">
                <a:latin typeface="Times New Roman" panose="02020603050405020304" pitchFamily="18" charset="0"/>
                <a:cs typeface="Times New Roman" panose="02020603050405020304" pitchFamily="18" charset="0"/>
              </a:rPr>
              <a:t>IMPLEMENTATION</a:t>
            </a:r>
          </a:p>
        </p:txBody>
      </p:sp>
      <p:sp>
        <p:nvSpPr>
          <p:cNvPr id="10" name="TextBox 9">
            <a:extLst>
              <a:ext uri="{FF2B5EF4-FFF2-40B4-BE49-F238E27FC236}">
                <a16:creationId xmlns:a16="http://schemas.microsoft.com/office/drawing/2014/main" id="{6848BBD7-02B1-51B3-858B-78011E6E6DC4}"/>
              </a:ext>
            </a:extLst>
          </p:cNvPr>
          <p:cNvSpPr txBox="1"/>
          <p:nvPr/>
        </p:nvSpPr>
        <p:spPr>
          <a:xfrm>
            <a:off x="902826" y="1449046"/>
            <a:ext cx="4901879" cy="2048638"/>
          </a:xfrm>
          <a:prstGeom prst="rect">
            <a:avLst/>
          </a:prstGeom>
          <a:noFill/>
        </p:spPr>
        <p:txBody>
          <a:bodyPr wrap="square" rtlCol="0">
            <a:spAutoFit/>
          </a:bodyPr>
          <a:lstStyle/>
          <a:p>
            <a:pPr marL="0" indent="0" algn="just">
              <a:lnSpc>
                <a:spcPct val="200000"/>
              </a:lnSpc>
              <a:buNone/>
            </a:pPr>
            <a:r>
              <a:rPr lang="en-IN" sz="1800" b="1" dirty="0">
                <a:solidFill>
                  <a:srgbClr val="323232"/>
                </a:solidFill>
                <a:latin typeface="Times New Roman" panose="02020603050405020304" pitchFamily="18" charset="0"/>
                <a:cs typeface="Times New Roman" panose="02020603050405020304" pitchFamily="18" charset="0"/>
              </a:rPr>
              <a:t>Technologies Used:</a:t>
            </a:r>
          </a:p>
          <a:p>
            <a:pPr marL="342900" indent="-342900" algn="just">
              <a:lnSpc>
                <a:spcPct val="200000"/>
              </a:lnSpc>
              <a:buFont typeface="+mj-lt"/>
              <a:buAutoNum type="arabicPeriod"/>
            </a:pPr>
            <a:r>
              <a:rPr lang="en-IN" sz="1600" b="1" dirty="0">
                <a:solidFill>
                  <a:srgbClr val="323232"/>
                </a:solidFill>
                <a:latin typeface="Times New Roman" panose="02020603050405020304" pitchFamily="18" charset="0"/>
                <a:cs typeface="Times New Roman" panose="02020603050405020304" pitchFamily="18" charset="0"/>
              </a:rPr>
              <a:t>Frontend</a:t>
            </a:r>
            <a:r>
              <a:rPr lang="en-IN" sz="1600" dirty="0">
                <a:solidFill>
                  <a:srgbClr val="323232"/>
                </a:solidFill>
                <a:latin typeface="Times New Roman" panose="02020603050405020304" pitchFamily="18" charset="0"/>
                <a:cs typeface="Times New Roman" panose="02020603050405020304" pitchFamily="18" charset="0"/>
              </a:rPr>
              <a:t>: HTML, CSS.</a:t>
            </a:r>
          </a:p>
          <a:p>
            <a:pPr marL="342900" indent="-342900" algn="just">
              <a:lnSpc>
                <a:spcPct val="200000"/>
              </a:lnSpc>
              <a:buFont typeface="+mj-lt"/>
              <a:buAutoNum type="arabicPeriod"/>
            </a:pPr>
            <a:r>
              <a:rPr lang="en-IN" sz="1600" b="1" dirty="0">
                <a:solidFill>
                  <a:srgbClr val="323232"/>
                </a:solidFill>
                <a:latin typeface="Times New Roman" panose="02020603050405020304" pitchFamily="18" charset="0"/>
                <a:cs typeface="Times New Roman" panose="02020603050405020304" pitchFamily="18" charset="0"/>
              </a:rPr>
              <a:t>Backend:</a:t>
            </a:r>
            <a:r>
              <a:rPr lang="en-IN" sz="1600" dirty="0">
                <a:solidFill>
                  <a:srgbClr val="323232"/>
                </a:solidFill>
                <a:latin typeface="Times New Roman" panose="02020603050405020304" pitchFamily="18" charset="0"/>
                <a:cs typeface="Times New Roman" panose="02020603050405020304" pitchFamily="18" charset="0"/>
              </a:rPr>
              <a:t> JavaScript, PHP.</a:t>
            </a:r>
          </a:p>
          <a:p>
            <a:pPr marL="342900" indent="-342900" algn="just">
              <a:lnSpc>
                <a:spcPct val="200000"/>
              </a:lnSpc>
              <a:buFont typeface="+mj-lt"/>
              <a:buAutoNum type="arabicPeriod"/>
            </a:pPr>
            <a:r>
              <a:rPr lang="en-IN" sz="1600" b="1" dirty="0">
                <a:solidFill>
                  <a:srgbClr val="323232"/>
                </a:solidFill>
                <a:latin typeface="Times New Roman" panose="02020603050405020304" pitchFamily="18" charset="0"/>
                <a:cs typeface="Times New Roman" panose="02020603050405020304" pitchFamily="18" charset="0"/>
              </a:rPr>
              <a:t>Database</a:t>
            </a:r>
            <a:r>
              <a:rPr lang="en-IN" sz="1600" dirty="0">
                <a:solidFill>
                  <a:srgbClr val="323232"/>
                </a:solidFill>
                <a:latin typeface="Times New Roman" panose="02020603050405020304" pitchFamily="18" charset="0"/>
                <a:cs typeface="Times New Roman" panose="02020603050405020304" pitchFamily="18" charset="0"/>
              </a:rPr>
              <a:t>: Oracle MySQL.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6">
          <a:extLst>
            <a:ext uri="{FF2B5EF4-FFF2-40B4-BE49-F238E27FC236}">
              <a16:creationId xmlns:a16="http://schemas.microsoft.com/office/drawing/2014/main" id="{F3062F7A-089B-FFE4-191C-084512927FCC}"/>
            </a:ext>
          </a:extLst>
        </p:cNvPr>
        <p:cNvGrpSpPr/>
        <p:nvPr/>
      </p:nvGrpSpPr>
      <p:grpSpPr>
        <a:xfrm>
          <a:off x="0" y="0"/>
          <a:ext cx="0" cy="0"/>
          <a:chOff x="0" y="0"/>
          <a:chExt cx="0" cy="0"/>
        </a:xfrm>
      </p:grpSpPr>
      <p:sp>
        <p:nvSpPr>
          <p:cNvPr id="6" name="Google Shape;322;p34">
            <a:extLst>
              <a:ext uri="{FF2B5EF4-FFF2-40B4-BE49-F238E27FC236}">
                <a16:creationId xmlns:a16="http://schemas.microsoft.com/office/drawing/2014/main" id="{E1A4682D-2543-FCEB-B260-460615CFE57F}"/>
              </a:ext>
            </a:extLst>
          </p:cNvPr>
          <p:cNvSpPr txBox="1">
            <a:spLocks/>
          </p:cNvSpPr>
          <p:nvPr/>
        </p:nvSpPr>
        <p:spPr>
          <a:xfrm>
            <a:off x="698369" y="1574704"/>
            <a:ext cx="5186752" cy="30262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600"/>
              <a:buFont typeface="Raleway Medium"/>
              <a:buNone/>
              <a:defRPr sz="1800" b="0" i="0" u="none" strike="noStrike" cap="none">
                <a:solidFill>
                  <a:schemeClr val="accent1"/>
                </a:solidFill>
                <a:latin typeface="Raleway Medium"/>
                <a:ea typeface="Raleway Medium"/>
                <a:cs typeface="Raleway Medium"/>
                <a:sym typeface="Raleway Medium"/>
              </a:defRPr>
            </a:lvl1pPr>
            <a:lvl2pPr marL="914400" marR="0" lvl="1" indent="-304800" algn="l" rtl="0">
              <a:lnSpc>
                <a:spcPct val="100000"/>
              </a:lnSpc>
              <a:spcBef>
                <a:spcPts val="0"/>
              </a:spcBef>
              <a:spcAft>
                <a:spcPts val="0"/>
              </a:spcAft>
              <a:buClr>
                <a:schemeClr val="accent1"/>
              </a:buClr>
              <a:buSzPts val="1600"/>
              <a:buFont typeface="Raleway Medium"/>
              <a:buNone/>
              <a:defRPr sz="1600" b="0" i="0" u="none" strike="noStrike" cap="none">
                <a:solidFill>
                  <a:schemeClr val="accent1"/>
                </a:solidFill>
                <a:latin typeface="Raleway Medium"/>
                <a:ea typeface="Raleway Medium"/>
                <a:cs typeface="Raleway Medium"/>
                <a:sym typeface="Raleway Medium"/>
              </a:defRPr>
            </a:lvl2pPr>
            <a:lvl3pPr marL="1371600" marR="0" lvl="2" indent="-304800" algn="l" rtl="0">
              <a:lnSpc>
                <a:spcPct val="100000"/>
              </a:lnSpc>
              <a:spcBef>
                <a:spcPts val="0"/>
              </a:spcBef>
              <a:spcAft>
                <a:spcPts val="0"/>
              </a:spcAft>
              <a:buClr>
                <a:schemeClr val="accent1"/>
              </a:buClr>
              <a:buSzPts val="1600"/>
              <a:buFont typeface="Raleway Medium"/>
              <a:buNone/>
              <a:defRPr sz="1600" b="0" i="0" u="none" strike="noStrike" cap="none">
                <a:solidFill>
                  <a:schemeClr val="accent1"/>
                </a:solidFill>
                <a:latin typeface="Raleway Medium"/>
                <a:ea typeface="Raleway Medium"/>
                <a:cs typeface="Raleway Medium"/>
                <a:sym typeface="Raleway Medium"/>
              </a:defRPr>
            </a:lvl3pPr>
            <a:lvl4pPr marL="1828800" marR="0" lvl="3" indent="-304800" algn="l" rtl="0">
              <a:lnSpc>
                <a:spcPct val="100000"/>
              </a:lnSpc>
              <a:spcBef>
                <a:spcPts val="0"/>
              </a:spcBef>
              <a:spcAft>
                <a:spcPts val="0"/>
              </a:spcAft>
              <a:buClr>
                <a:schemeClr val="accent1"/>
              </a:buClr>
              <a:buSzPts val="1600"/>
              <a:buFont typeface="Raleway Medium"/>
              <a:buNone/>
              <a:defRPr sz="1600" b="0" i="0" u="none" strike="noStrike" cap="none">
                <a:solidFill>
                  <a:schemeClr val="accent1"/>
                </a:solidFill>
                <a:latin typeface="Raleway Medium"/>
                <a:ea typeface="Raleway Medium"/>
                <a:cs typeface="Raleway Medium"/>
                <a:sym typeface="Raleway Medium"/>
              </a:defRPr>
            </a:lvl4pPr>
            <a:lvl5pPr marL="2286000" marR="0" lvl="4" indent="-304800" algn="l" rtl="0">
              <a:lnSpc>
                <a:spcPct val="100000"/>
              </a:lnSpc>
              <a:spcBef>
                <a:spcPts val="0"/>
              </a:spcBef>
              <a:spcAft>
                <a:spcPts val="0"/>
              </a:spcAft>
              <a:buClr>
                <a:schemeClr val="accent1"/>
              </a:buClr>
              <a:buSzPts val="1600"/>
              <a:buFont typeface="Raleway Medium"/>
              <a:buNone/>
              <a:defRPr sz="1600" b="0" i="0" u="none" strike="noStrike" cap="none">
                <a:solidFill>
                  <a:schemeClr val="accent1"/>
                </a:solidFill>
                <a:latin typeface="Raleway Medium"/>
                <a:ea typeface="Raleway Medium"/>
                <a:cs typeface="Raleway Medium"/>
                <a:sym typeface="Raleway Medium"/>
              </a:defRPr>
            </a:lvl5pPr>
            <a:lvl6pPr marL="2743200" marR="0" lvl="5" indent="-304800" algn="l" rtl="0">
              <a:lnSpc>
                <a:spcPct val="100000"/>
              </a:lnSpc>
              <a:spcBef>
                <a:spcPts val="0"/>
              </a:spcBef>
              <a:spcAft>
                <a:spcPts val="0"/>
              </a:spcAft>
              <a:buClr>
                <a:schemeClr val="accent1"/>
              </a:buClr>
              <a:buSzPts val="1600"/>
              <a:buFont typeface="Raleway Medium"/>
              <a:buNone/>
              <a:defRPr sz="1600" b="0" i="0" u="none" strike="noStrike" cap="none">
                <a:solidFill>
                  <a:schemeClr val="accent1"/>
                </a:solidFill>
                <a:latin typeface="Raleway Medium"/>
                <a:ea typeface="Raleway Medium"/>
                <a:cs typeface="Raleway Medium"/>
                <a:sym typeface="Raleway Medium"/>
              </a:defRPr>
            </a:lvl6pPr>
            <a:lvl7pPr marL="3200400" marR="0" lvl="6" indent="-304800" algn="l" rtl="0">
              <a:lnSpc>
                <a:spcPct val="100000"/>
              </a:lnSpc>
              <a:spcBef>
                <a:spcPts val="0"/>
              </a:spcBef>
              <a:spcAft>
                <a:spcPts val="0"/>
              </a:spcAft>
              <a:buClr>
                <a:schemeClr val="accent1"/>
              </a:buClr>
              <a:buSzPts val="1600"/>
              <a:buFont typeface="Raleway Medium"/>
              <a:buNone/>
              <a:defRPr sz="1600" b="0" i="0" u="none" strike="noStrike" cap="none">
                <a:solidFill>
                  <a:schemeClr val="accent1"/>
                </a:solidFill>
                <a:latin typeface="Raleway Medium"/>
                <a:ea typeface="Raleway Medium"/>
                <a:cs typeface="Raleway Medium"/>
                <a:sym typeface="Raleway Medium"/>
              </a:defRPr>
            </a:lvl7pPr>
            <a:lvl8pPr marL="3657600" marR="0" lvl="7" indent="-304800" algn="l" rtl="0">
              <a:lnSpc>
                <a:spcPct val="100000"/>
              </a:lnSpc>
              <a:spcBef>
                <a:spcPts val="0"/>
              </a:spcBef>
              <a:spcAft>
                <a:spcPts val="0"/>
              </a:spcAft>
              <a:buClr>
                <a:schemeClr val="accent1"/>
              </a:buClr>
              <a:buSzPts val="1600"/>
              <a:buFont typeface="Raleway Medium"/>
              <a:buNone/>
              <a:defRPr sz="1600" b="0" i="0" u="none" strike="noStrike" cap="none">
                <a:solidFill>
                  <a:schemeClr val="accent1"/>
                </a:solidFill>
                <a:latin typeface="Raleway Medium"/>
                <a:ea typeface="Raleway Medium"/>
                <a:cs typeface="Raleway Medium"/>
                <a:sym typeface="Raleway Medium"/>
              </a:defRPr>
            </a:lvl8pPr>
            <a:lvl9pPr marL="4114800" marR="0" lvl="8" indent="-304800" algn="l" rtl="0">
              <a:lnSpc>
                <a:spcPct val="100000"/>
              </a:lnSpc>
              <a:spcBef>
                <a:spcPts val="0"/>
              </a:spcBef>
              <a:spcAft>
                <a:spcPts val="0"/>
              </a:spcAft>
              <a:buClr>
                <a:schemeClr val="accent1"/>
              </a:buClr>
              <a:buSzPts val="1600"/>
              <a:buFont typeface="Raleway Medium"/>
              <a:buNone/>
              <a:defRPr sz="1600" b="0" i="0" u="none" strike="noStrike" cap="none">
                <a:solidFill>
                  <a:schemeClr val="accent1"/>
                </a:solidFill>
                <a:latin typeface="Raleway Medium"/>
                <a:ea typeface="Raleway Medium"/>
                <a:cs typeface="Raleway Medium"/>
                <a:sym typeface="Raleway Medium"/>
              </a:defRPr>
            </a:lvl9pPr>
          </a:lstStyle>
          <a:p>
            <a:pPr marL="495300" indent="-342900" algn="just">
              <a:lnSpc>
                <a:spcPct val="150000"/>
              </a:lnSpc>
              <a:buFont typeface="+mj-lt"/>
              <a:buAutoNum type="arabicPeriod"/>
            </a:pPr>
            <a:r>
              <a:rPr lang="en-IN" sz="1600" b="1" dirty="0">
                <a:solidFill>
                  <a:srgbClr val="323232"/>
                </a:solidFill>
                <a:latin typeface="Times New Roman" panose="02020603050405020304" pitchFamily="18" charset="0"/>
                <a:cs typeface="Times New Roman" panose="02020603050405020304" pitchFamily="18" charset="0"/>
              </a:rPr>
              <a:t>Login/Register:</a:t>
            </a:r>
            <a:r>
              <a:rPr lang="en-IN" sz="1600" dirty="0">
                <a:solidFill>
                  <a:srgbClr val="323232"/>
                </a:solidFill>
                <a:latin typeface="Times New Roman" panose="02020603050405020304" pitchFamily="18" charset="0"/>
                <a:cs typeface="Times New Roman" panose="02020603050405020304" pitchFamily="18" charset="0"/>
              </a:rPr>
              <a:t> Secure user access.</a:t>
            </a:r>
          </a:p>
          <a:p>
            <a:pPr marL="495300" indent="-342900" algn="just">
              <a:lnSpc>
                <a:spcPct val="150000"/>
              </a:lnSpc>
              <a:buFont typeface="+mj-lt"/>
              <a:buAutoNum type="arabicPeriod"/>
            </a:pPr>
            <a:r>
              <a:rPr lang="en-IN" sz="1600" b="1" dirty="0">
                <a:solidFill>
                  <a:srgbClr val="323232"/>
                </a:solidFill>
                <a:latin typeface="Times New Roman" panose="02020603050405020304" pitchFamily="18" charset="0"/>
                <a:cs typeface="Times New Roman" panose="02020603050405020304" pitchFamily="18" charset="0"/>
              </a:rPr>
              <a:t>Homepage:</a:t>
            </a:r>
            <a:r>
              <a:rPr lang="en-IN" sz="1600" dirty="0">
                <a:solidFill>
                  <a:srgbClr val="323232"/>
                </a:solidFill>
                <a:latin typeface="Times New Roman" panose="02020603050405020304" pitchFamily="18" charset="0"/>
                <a:cs typeface="Times New Roman" panose="02020603050405020304" pitchFamily="18" charset="0"/>
              </a:rPr>
              <a:t> Overview of the site. </a:t>
            </a:r>
          </a:p>
          <a:p>
            <a:pPr marL="495300" indent="-342900" algn="just">
              <a:lnSpc>
                <a:spcPct val="150000"/>
              </a:lnSpc>
              <a:buFont typeface="+mj-lt"/>
              <a:buAutoNum type="arabicPeriod"/>
            </a:pPr>
            <a:r>
              <a:rPr lang="en-IN" sz="1600" b="1" dirty="0">
                <a:solidFill>
                  <a:srgbClr val="323232"/>
                </a:solidFill>
                <a:latin typeface="Times New Roman" panose="02020603050405020304" pitchFamily="18" charset="0"/>
                <a:cs typeface="Times New Roman" panose="02020603050405020304" pitchFamily="18" charset="0"/>
              </a:rPr>
              <a:t>Mode Selection: </a:t>
            </a:r>
            <a:r>
              <a:rPr lang="en-IN" sz="1600" dirty="0">
                <a:solidFill>
                  <a:srgbClr val="323232"/>
                </a:solidFill>
                <a:latin typeface="Times New Roman" panose="02020603050405020304" pitchFamily="18" charset="0"/>
                <a:cs typeface="Times New Roman" panose="02020603050405020304" pitchFamily="18" charset="0"/>
              </a:rPr>
              <a:t>Selection of mode based on their level.</a:t>
            </a:r>
          </a:p>
          <a:p>
            <a:pPr marL="495300" indent="-342900" algn="just">
              <a:lnSpc>
                <a:spcPct val="150000"/>
              </a:lnSpc>
              <a:buFont typeface="+mj-lt"/>
              <a:buAutoNum type="arabicPeriod"/>
            </a:pPr>
            <a:r>
              <a:rPr lang="en-IN" sz="1600" b="1" dirty="0">
                <a:solidFill>
                  <a:srgbClr val="323232"/>
                </a:solidFill>
                <a:latin typeface="Times New Roman" panose="02020603050405020304" pitchFamily="18" charset="0"/>
                <a:cs typeface="Times New Roman" panose="02020603050405020304" pitchFamily="18" charset="0"/>
              </a:rPr>
              <a:t>Typing Evaluation</a:t>
            </a:r>
            <a:r>
              <a:rPr lang="en-IN" sz="1600" dirty="0">
                <a:solidFill>
                  <a:srgbClr val="323232"/>
                </a:solidFill>
                <a:latin typeface="Times New Roman" panose="02020603050405020304" pitchFamily="18" charset="0"/>
                <a:cs typeface="Times New Roman" panose="02020603050405020304" pitchFamily="18" charset="0"/>
              </a:rPr>
              <a:t>: Paragraph display, typing input, accuracy &amp; speed calculator.</a:t>
            </a:r>
          </a:p>
          <a:p>
            <a:pPr marL="495300" indent="-342900" algn="just">
              <a:lnSpc>
                <a:spcPct val="150000"/>
              </a:lnSpc>
              <a:buFont typeface="+mj-lt"/>
              <a:buAutoNum type="arabicPeriod"/>
            </a:pPr>
            <a:r>
              <a:rPr lang="en-IN" sz="1600" b="1" dirty="0">
                <a:solidFill>
                  <a:srgbClr val="323232"/>
                </a:solidFill>
                <a:latin typeface="Times New Roman" panose="02020603050405020304" pitchFamily="18" charset="0"/>
                <a:cs typeface="Times New Roman" panose="02020603050405020304" pitchFamily="18" charset="0"/>
              </a:rPr>
              <a:t>Result Display</a:t>
            </a:r>
            <a:r>
              <a:rPr lang="en-IN" sz="1600" dirty="0">
                <a:solidFill>
                  <a:srgbClr val="323232"/>
                </a:solidFill>
                <a:latin typeface="Times New Roman" panose="02020603050405020304" pitchFamily="18" charset="0"/>
                <a:cs typeface="Times New Roman" panose="02020603050405020304" pitchFamily="18" charset="0"/>
              </a:rPr>
              <a:t>: Shows performance metrics.</a:t>
            </a:r>
          </a:p>
        </p:txBody>
      </p:sp>
      <p:sp>
        <p:nvSpPr>
          <p:cNvPr id="321" name="Google Shape;321;p34">
            <a:extLst>
              <a:ext uri="{FF2B5EF4-FFF2-40B4-BE49-F238E27FC236}">
                <a16:creationId xmlns:a16="http://schemas.microsoft.com/office/drawing/2014/main" id="{2C88E0B6-BE4A-0B98-175D-EBC7EE70B0E0}"/>
              </a:ext>
            </a:extLst>
          </p:cNvPr>
          <p:cNvSpPr txBox="1">
            <a:spLocks noGrp="1"/>
          </p:cNvSpPr>
          <p:nvPr>
            <p:ph type="title"/>
          </p:nvPr>
        </p:nvSpPr>
        <p:spPr>
          <a:xfrm>
            <a:off x="1111102" y="695216"/>
            <a:ext cx="3888847"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dirty="0">
                <a:latin typeface="Times New Roman" panose="02020603050405020304" pitchFamily="18" charset="0"/>
                <a:cs typeface="Times New Roman" panose="02020603050405020304" pitchFamily="18" charset="0"/>
              </a:rPr>
              <a:t>MODULES</a:t>
            </a:r>
            <a:endParaRPr sz="3200" b="1" dirty="0">
              <a:solidFill>
                <a:schemeClr val="accent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6661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2"/>
          <p:cNvSpPr/>
          <p:nvPr/>
        </p:nvSpPr>
        <p:spPr>
          <a:xfrm>
            <a:off x="1052498" y="2126760"/>
            <a:ext cx="695400" cy="677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2"/>
          <p:cNvSpPr txBox="1">
            <a:spLocks noGrp="1"/>
          </p:cNvSpPr>
          <p:nvPr>
            <p:ph type="title"/>
          </p:nvPr>
        </p:nvSpPr>
        <p:spPr>
          <a:xfrm>
            <a:off x="2589044" y="740047"/>
            <a:ext cx="3965911" cy="65624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b="1" dirty="0">
                <a:latin typeface="Times New Roman" panose="02020603050405020304" pitchFamily="18" charset="0"/>
                <a:cs typeface="Times New Roman" panose="02020603050405020304" pitchFamily="18" charset="0"/>
              </a:rPr>
              <a:t>BLOCK DIAGRAM</a:t>
            </a:r>
            <a:endParaRPr b="1" dirty="0">
              <a:solidFill>
                <a:schemeClr val="accent3"/>
              </a:solidFill>
              <a:latin typeface="Times New Roman" panose="02020603050405020304" pitchFamily="18" charset="0"/>
              <a:cs typeface="Times New Roman" panose="02020603050405020304" pitchFamily="18" charset="0"/>
            </a:endParaRPr>
          </a:p>
        </p:txBody>
      </p:sp>
      <p:sp>
        <p:nvSpPr>
          <p:cNvPr id="432" name="Google Shape;432;p42"/>
          <p:cNvSpPr txBox="1"/>
          <p:nvPr/>
        </p:nvSpPr>
        <p:spPr>
          <a:xfrm>
            <a:off x="659587" y="2849789"/>
            <a:ext cx="1476108" cy="70977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accent1"/>
                </a:solidFill>
                <a:latin typeface="Times New Roman" panose="02020603050405020304" pitchFamily="18" charset="0"/>
                <a:ea typeface="Montserrat"/>
                <a:cs typeface="Times New Roman" panose="02020603050405020304" pitchFamily="18" charset="0"/>
                <a:sym typeface="Montserrat"/>
              </a:rPr>
              <a:t>LOGIN/</a:t>
            </a:r>
          </a:p>
          <a:p>
            <a:pPr marL="0" lvl="0" indent="0" algn="ctr" rtl="0">
              <a:spcBef>
                <a:spcPts val="0"/>
              </a:spcBef>
              <a:spcAft>
                <a:spcPts val="0"/>
              </a:spcAft>
              <a:buNone/>
            </a:pPr>
            <a:r>
              <a:rPr lang="en" sz="1600" b="1" dirty="0">
                <a:solidFill>
                  <a:schemeClr val="accent1"/>
                </a:solidFill>
                <a:latin typeface="Times New Roman" panose="02020603050405020304" pitchFamily="18" charset="0"/>
                <a:ea typeface="Montserrat"/>
                <a:cs typeface="Times New Roman" panose="02020603050405020304" pitchFamily="18" charset="0"/>
                <a:sym typeface="Montserrat"/>
              </a:rPr>
              <a:t>REGISTER</a:t>
            </a:r>
            <a:endParaRPr sz="1600" b="1" dirty="0">
              <a:solidFill>
                <a:schemeClr val="accent1"/>
              </a:solidFill>
              <a:latin typeface="Times New Roman" panose="02020603050405020304" pitchFamily="18" charset="0"/>
              <a:ea typeface="Montserrat"/>
              <a:cs typeface="Times New Roman" panose="02020603050405020304" pitchFamily="18" charset="0"/>
              <a:sym typeface="Montserrat"/>
            </a:endParaRPr>
          </a:p>
        </p:txBody>
      </p:sp>
      <p:cxnSp>
        <p:nvCxnSpPr>
          <p:cNvPr id="440" name="Google Shape;440;p42"/>
          <p:cNvCxnSpPr>
            <a:cxnSpLocks/>
            <a:stCxn id="4" idx="1"/>
            <a:endCxn id="427" idx="3"/>
          </p:cNvCxnSpPr>
          <p:nvPr/>
        </p:nvCxnSpPr>
        <p:spPr>
          <a:xfrm flipH="1">
            <a:off x="1747898" y="2458757"/>
            <a:ext cx="846231" cy="6703"/>
          </a:xfrm>
          <a:prstGeom prst="straightConnector1">
            <a:avLst/>
          </a:prstGeom>
          <a:noFill/>
          <a:ln w="19050" cap="flat" cmpd="sng">
            <a:solidFill>
              <a:schemeClr val="accent1"/>
            </a:solidFill>
            <a:prstDash val="solid"/>
            <a:round/>
            <a:headEnd type="diamond" w="med" len="med"/>
            <a:tailEnd type="none" w="med" len="med"/>
          </a:ln>
        </p:spPr>
      </p:cxnSp>
      <p:sp>
        <p:nvSpPr>
          <p:cNvPr id="4" name="Google Shape;427;p42">
            <a:extLst>
              <a:ext uri="{FF2B5EF4-FFF2-40B4-BE49-F238E27FC236}">
                <a16:creationId xmlns:a16="http://schemas.microsoft.com/office/drawing/2014/main" id="{0A93E7D9-EDFF-3922-39AE-A0BF20F83929}"/>
              </a:ext>
            </a:extLst>
          </p:cNvPr>
          <p:cNvSpPr/>
          <p:nvPr/>
        </p:nvSpPr>
        <p:spPr>
          <a:xfrm>
            <a:off x="2594129" y="2120057"/>
            <a:ext cx="695400" cy="677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 name="Google Shape;440;p42">
            <a:extLst>
              <a:ext uri="{FF2B5EF4-FFF2-40B4-BE49-F238E27FC236}">
                <a16:creationId xmlns:a16="http://schemas.microsoft.com/office/drawing/2014/main" id="{589756F5-0109-BC7A-069A-000E0FB13978}"/>
              </a:ext>
            </a:extLst>
          </p:cNvPr>
          <p:cNvCxnSpPr>
            <a:cxnSpLocks/>
            <a:stCxn id="11" idx="1"/>
            <a:endCxn id="4" idx="3"/>
          </p:cNvCxnSpPr>
          <p:nvPr/>
        </p:nvCxnSpPr>
        <p:spPr>
          <a:xfrm flipH="1" flipV="1">
            <a:off x="3289529" y="2458757"/>
            <a:ext cx="885929" cy="6374"/>
          </a:xfrm>
          <a:prstGeom prst="straightConnector1">
            <a:avLst/>
          </a:prstGeom>
          <a:noFill/>
          <a:ln w="19050" cap="flat" cmpd="sng">
            <a:solidFill>
              <a:schemeClr val="accent1"/>
            </a:solidFill>
            <a:prstDash val="solid"/>
            <a:round/>
            <a:headEnd type="diamond" w="med" len="med"/>
            <a:tailEnd type="none" w="med" len="med"/>
          </a:ln>
        </p:spPr>
      </p:cxnSp>
      <p:sp>
        <p:nvSpPr>
          <p:cNvPr id="11" name="Google Shape;427;p42">
            <a:extLst>
              <a:ext uri="{FF2B5EF4-FFF2-40B4-BE49-F238E27FC236}">
                <a16:creationId xmlns:a16="http://schemas.microsoft.com/office/drawing/2014/main" id="{3ACCAD11-0ABE-B81D-D4A5-AD6B545CBB9C}"/>
              </a:ext>
            </a:extLst>
          </p:cNvPr>
          <p:cNvSpPr/>
          <p:nvPr/>
        </p:nvSpPr>
        <p:spPr>
          <a:xfrm>
            <a:off x="4175458" y="2126431"/>
            <a:ext cx="695400" cy="677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440;p42">
            <a:extLst>
              <a:ext uri="{FF2B5EF4-FFF2-40B4-BE49-F238E27FC236}">
                <a16:creationId xmlns:a16="http://schemas.microsoft.com/office/drawing/2014/main" id="{CF2995DD-D138-2D62-501A-5283E9FC6D9B}"/>
              </a:ext>
            </a:extLst>
          </p:cNvPr>
          <p:cNvCxnSpPr>
            <a:cxnSpLocks/>
            <a:stCxn id="18" idx="1"/>
            <a:endCxn id="11" idx="3"/>
          </p:cNvCxnSpPr>
          <p:nvPr/>
        </p:nvCxnSpPr>
        <p:spPr>
          <a:xfrm flipH="1">
            <a:off x="4870858" y="2459258"/>
            <a:ext cx="950012" cy="5873"/>
          </a:xfrm>
          <a:prstGeom prst="straightConnector1">
            <a:avLst/>
          </a:prstGeom>
          <a:noFill/>
          <a:ln w="19050" cap="flat" cmpd="sng">
            <a:solidFill>
              <a:schemeClr val="accent1"/>
            </a:solidFill>
            <a:prstDash val="solid"/>
            <a:round/>
            <a:headEnd type="diamond" w="med" len="med"/>
            <a:tailEnd type="none" w="med" len="med"/>
          </a:ln>
        </p:spPr>
      </p:cxnSp>
      <p:sp>
        <p:nvSpPr>
          <p:cNvPr id="18" name="Google Shape;427;p42">
            <a:extLst>
              <a:ext uri="{FF2B5EF4-FFF2-40B4-BE49-F238E27FC236}">
                <a16:creationId xmlns:a16="http://schemas.microsoft.com/office/drawing/2014/main" id="{2594DCB7-0702-8B6E-7AE1-01C7AB346AF9}"/>
              </a:ext>
            </a:extLst>
          </p:cNvPr>
          <p:cNvSpPr/>
          <p:nvPr/>
        </p:nvSpPr>
        <p:spPr>
          <a:xfrm>
            <a:off x="5820870" y="2120558"/>
            <a:ext cx="695400" cy="677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 name="Google Shape;440;p42">
            <a:extLst>
              <a:ext uri="{FF2B5EF4-FFF2-40B4-BE49-F238E27FC236}">
                <a16:creationId xmlns:a16="http://schemas.microsoft.com/office/drawing/2014/main" id="{98814259-C9C6-FC8B-EAB4-65A035A19089}"/>
              </a:ext>
            </a:extLst>
          </p:cNvPr>
          <p:cNvCxnSpPr>
            <a:cxnSpLocks/>
            <a:stCxn id="25" idx="1"/>
            <a:endCxn id="18" idx="3"/>
          </p:cNvCxnSpPr>
          <p:nvPr/>
        </p:nvCxnSpPr>
        <p:spPr>
          <a:xfrm flipH="1">
            <a:off x="6516270" y="2444805"/>
            <a:ext cx="899171" cy="14453"/>
          </a:xfrm>
          <a:prstGeom prst="straightConnector1">
            <a:avLst/>
          </a:prstGeom>
          <a:noFill/>
          <a:ln w="19050" cap="flat" cmpd="sng">
            <a:solidFill>
              <a:schemeClr val="accent1"/>
            </a:solidFill>
            <a:prstDash val="solid"/>
            <a:round/>
            <a:headEnd type="diamond" w="med" len="med"/>
            <a:tailEnd type="none" w="med" len="med"/>
          </a:ln>
        </p:spPr>
      </p:cxnSp>
      <p:sp>
        <p:nvSpPr>
          <p:cNvPr id="25" name="Google Shape;427;p42">
            <a:extLst>
              <a:ext uri="{FF2B5EF4-FFF2-40B4-BE49-F238E27FC236}">
                <a16:creationId xmlns:a16="http://schemas.microsoft.com/office/drawing/2014/main" id="{CEE46E91-765D-9280-B6AB-868A133CFB92}"/>
              </a:ext>
            </a:extLst>
          </p:cNvPr>
          <p:cNvSpPr/>
          <p:nvPr/>
        </p:nvSpPr>
        <p:spPr>
          <a:xfrm>
            <a:off x="7415441" y="2106105"/>
            <a:ext cx="695400" cy="677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32;p42">
            <a:extLst>
              <a:ext uri="{FF2B5EF4-FFF2-40B4-BE49-F238E27FC236}">
                <a16:creationId xmlns:a16="http://schemas.microsoft.com/office/drawing/2014/main" id="{7D53D24A-CE06-A1F3-F8B3-D176F2940A02}"/>
              </a:ext>
            </a:extLst>
          </p:cNvPr>
          <p:cNvSpPr txBox="1"/>
          <p:nvPr/>
        </p:nvSpPr>
        <p:spPr>
          <a:xfrm>
            <a:off x="2240363" y="2849789"/>
            <a:ext cx="1476108" cy="47118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accent1"/>
                </a:solidFill>
                <a:latin typeface="Times New Roman" panose="02020603050405020304" pitchFamily="18" charset="0"/>
                <a:ea typeface="Montserrat"/>
                <a:cs typeface="Times New Roman" panose="02020603050405020304" pitchFamily="18" charset="0"/>
                <a:sym typeface="Montserrat"/>
              </a:rPr>
              <a:t>HOMEPAGE</a:t>
            </a:r>
            <a:endParaRPr sz="1600" b="1" dirty="0">
              <a:solidFill>
                <a:schemeClr val="accent1"/>
              </a:solidFill>
              <a:latin typeface="Times New Roman" panose="02020603050405020304" pitchFamily="18" charset="0"/>
              <a:ea typeface="Montserrat"/>
              <a:cs typeface="Times New Roman" panose="02020603050405020304" pitchFamily="18" charset="0"/>
              <a:sym typeface="Montserrat"/>
            </a:endParaRPr>
          </a:p>
        </p:txBody>
      </p:sp>
      <p:sp>
        <p:nvSpPr>
          <p:cNvPr id="40" name="Google Shape;432;p42">
            <a:extLst>
              <a:ext uri="{FF2B5EF4-FFF2-40B4-BE49-F238E27FC236}">
                <a16:creationId xmlns:a16="http://schemas.microsoft.com/office/drawing/2014/main" id="{C2246CAC-340E-C2B5-A716-78B5AA1F49D9}"/>
              </a:ext>
            </a:extLst>
          </p:cNvPr>
          <p:cNvSpPr txBox="1"/>
          <p:nvPr/>
        </p:nvSpPr>
        <p:spPr>
          <a:xfrm>
            <a:off x="3797329" y="2836635"/>
            <a:ext cx="1476108" cy="70977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accent1"/>
                </a:solidFill>
                <a:latin typeface="Times New Roman" panose="02020603050405020304" pitchFamily="18" charset="0"/>
                <a:ea typeface="Montserrat"/>
                <a:cs typeface="Times New Roman" panose="02020603050405020304" pitchFamily="18" charset="0"/>
                <a:sym typeface="Montserrat"/>
              </a:rPr>
              <a:t>MODE</a:t>
            </a:r>
          </a:p>
          <a:p>
            <a:pPr marL="0" lvl="0" indent="0" algn="ctr" rtl="0">
              <a:spcBef>
                <a:spcPts val="0"/>
              </a:spcBef>
              <a:spcAft>
                <a:spcPts val="0"/>
              </a:spcAft>
              <a:buNone/>
            </a:pPr>
            <a:r>
              <a:rPr lang="en" sz="1600" b="1" dirty="0">
                <a:solidFill>
                  <a:schemeClr val="accent1"/>
                </a:solidFill>
                <a:latin typeface="Times New Roman" panose="02020603050405020304" pitchFamily="18" charset="0"/>
                <a:ea typeface="Montserrat"/>
                <a:cs typeface="Times New Roman" panose="02020603050405020304" pitchFamily="18" charset="0"/>
                <a:sym typeface="Montserrat"/>
              </a:rPr>
              <a:t>SELECTION</a:t>
            </a:r>
            <a:endParaRPr sz="1600" b="1" dirty="0">
              <a:solidFill>
                <a:schemeClr val="accent1"/>
              </a:solidFill>
              <a:latin typeface="Times New Roman" panose="02020603050405020304" pitchFamily="18" charset="0"/>
              <a:ea typeface="Montserrat"/>
              <a:cs typeface="Times New Roman" panose="02020603050405020304" pitchFamily="18" charset="0"/>
              <a:sym typeface="Montserrat"/>
            </a:endParaRPr>
          </a:p>
        </p:txBody>
      </p:sp>
      <p:sp>
        <p:nvSpPr>
          <p:cNvPr id="41" name="Google Shape;432;p42">
            <a:extLst>
              <a:ext uri="{FF2B5EF4-FFF2-40B4-BE49-F238E27FC236}">
                <a16:creationId xmlns:a16="http://schemas.microsoft.com/office/drawing/2014/main" id="{8BDEA01F-40C0-04EA-E07E-64C61C231A3D}"/>
              </a:ext>
            </a:extLst>
          </p:cNvPr>
          <p:cNvSpPr txBox="1"/>
          <p:nvPr/>
        </p:nvSpPr>
        <p:spPr>
          <a:xfrm>
            <a:off x="5403123" y="2808549"/>
            <a:ext cx="1605182" cy="54284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accent1"/>
                </a:solidFill>
                <a:latin typeface="Times New Roman" panose="02020603050405020304" pitchFamily="18" charset="0"/>
                <a:ea typeface="Montserrat"/>
                <a:cs typeface="Times New Roman" panose="02020603050405020304" pitchFamily="18" charset="0"/>
                <a:sym typeface="Montserrat"/>
              </a:rPr>
              <a:t>EVALUATION</a:t>
            </a:r>
            <a:endParaRPr sz="1600" b="1" dirty="0">
              <a:solidFill>
                <a:schemeClr val="accent1"/>
              </a:solidFill>
              <a:latin typeface="Times New Roman" panose="02020603050405020304" pitchFamily="18" charset="0"/>
              <a:ea typeface="Montserrat"/>
              <a:cs typeface="Times New Roman" panose="02020603050405020304" pitchFamily="18" charset="0"/>
              <a:sym typeface="Montserrat"/>
            </a:endParaRPr>
          </a:p>
        </p:txBody>
      </p:sp>
      <p:sp>
        <p:nvSpPr>
          <p:cNvPr id="42" name="Google Shape;432;p42">
            <a:extLst>
              <a:ext uri="{FF2B5EF4-FFF2-40B4-BE49-F238E27FC236}">
                <a16:creationId xmlns:a16="http://schemas.microsoft.com/office/drawing/2014/main" id="{D222377E-D834-D75D-031D-3A5A284AF8D5}"/>
              </a:ext>
            </a:extLst>
          </p:cNvPr>
          <p:cNvSpPr txBox="1"/>
          <p:nvPr/>
        </p:nvSpPr>
        <p:spPr>
          <a:xfrm>
            <a:off x="7024634" y="2751353"/>
            <a:ext cx="1476108" cy="634043"/>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accent1"/>
                </a:solidFill>
                <a:latin typeface="Times New Roman" panose="02020603050405020304" pitchFamily="18" charset="0"/>
                <a:ea typeface="Montserrat"/>
                <a:cs typeface="Times New Roman" panose="02020603050405020304" pitchFamily="18" charset="0"/>
                <a:sym typeface="Montserrat"/>
              </a:rPr>
              <a:t>RESULT</a:t>
            </a:r>
            <a:endParaRPr sz="1600" b="1" dirty="0">
              <a:solidFill>
                <a:schemeClr val="accent1"/>
              </a:solidFill>
              <a:latin typeface="Times New Roman" panose="02020603050405020304" pitchFamily="18" charset="0"/>
              <a:ea typeface="Montserrat"/>
              <a:cs typeface="Times New Roman" panose="02020603050405020304" pitchFamily="18" charset="0"/>
              <a:sym typeface="Montserrat"/>
            </a:endParaRPr>
          </a:p>
        </p:txBody>
      </p:sp>
      <p:grpSp>
        <p:nvGrpSpPr>
          <p:cNvPr id="43" name="Google Shape;6209;p71">
            <a:extLst>
              <a:ext uri="{FF2B5EF4-FFF2-40B4-BE49-F238E27FC236}">
                <a16:creationId xmlns:a16="http://schemas.microsoft.com/office/drawing/2014/main" id="{F328F885-3C4F-7E9B-5F35-09C836AB7FD7}"/>
              </a:ext>
            </a:extLst>
          </p:cNvPr>
          <p:cNvGrpSpPr/>
          <p:nvPr/>
        </p:nvGrpSpPr>
        <p:grpSpPr>
          <a:xfrm>
            <a:off x="7578154" y="2259832"/>
            <a:ext cx="369974" cy="369945"/>
            <a:chOff x="-40011050" y="3972375"/>
            <a:chExt cx="316650" cy="316625"/>
          </a:xfrm>
          <a:solidFill>
            <a:schemeClr val="accent3">
              <a:lumMod val="60000"/>
              <a:lumOff val="40000"/>
            </a:schemeClr>
          </a:solidFill>
        </p:grpSpPr>
        <p:sp>
          <p:nvSpPr>
            <p:cNvPr id="44" name="Google Shape;6210;p71">
              <a:extLst>
                <a:ext uri="{FF2B5EF4-FFF2-40B4-BE49-F238E27FC236}">
                  <a16:creationId xmlns:a16="http://schemas.microsoft.com/office/drawing/2014/main" id="{64BE6B67-DA5D-660E-E24C-52D51733C5A8}"/>
                </a:ext>
              </a:extLst>
            </p:cNvPr>
            <p:cNvSpPr/>
            <p:nvPr/>
          </p:nvSpPr>
          <p:spPr>
            <a:xfrm>
              <a:off x="-40011050" y="3972375"/>
              <a:ext cx="316650" cy="232350"/>
            </a:xfrm>
            <a:custGeom>
              <a:avLst/>
              <a:gdLst/>
              <a:ahLst/>
              <a:cxnLst/>
              <a:rect l="l" t="t" r="r" b="b"/>
              <a:pathLst>
                <a:path w="12666" h="9294" extrusionOk="0">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6211;p71">
              <a:extLst>
                <a:ext uri="{FF2B5EF4-FFF2-40B4-BE49-F238E27FC236}">
                  <a16:creationId xmlns:a16="http://schemas.microsoft.com/office/drawing/2014/main" id="{EB9390ED-0654-79DD-B25C-B2AD6ABADE69}"/>
                </a:ext>
              </a:extLst>
            </p:cNvPr>
            <p:cNvSpPr/>
            <p:nvPr/>
          </p:nvSpPr>
          <p:spPr>
            <a:xfrm>
              <a:off x="-39950400" y="4225975"/>
              <a:ext cx="194575" cy="63025"/>
            </a:xfrm>
            <a:custGeom>
              <a:avLst/>
              <a:gdLst/>
              <a:ahLst/>
              <a:cxnLst/>
              <a:rect l="l" t="t" r="r" b="b"/>
              <a:pathLst>
                <a:path w="7783" h="2521" extrusionOk="0">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7002;p73">
            <a:extLst>
              <a:ext uri="{FF2B5EF4-FFF2-40B4-BE49-F238E27FC236}">
                <a16:creationId xmlns:a16="http://schemas.microsoft.com/office/drawing/2014/main" id="{5AEF3501-E8CB-4CB8-8F7C-EBA88C3F54AB}"/>
              </a:ext>
            </a:extLst>
          </p:cNvPr>
          <p:cNvSpPr/>
          <p:nvPr/>
        </p:nvSpPr>
        <p:spPr>
          <a:xfrm>
            <a:off x="1221984" y="2294860"/>
            <a:ext cx="363201" cy="354859"/>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 name="Google Shape;5821;p70">
            <a:extLst>
              <a:ext uri="{FF2B5EF4-FFF2-40B4-BE49-F238E27FC236}">
                <a16:creationId xmlns:a16="http://schemas.microsoft.com/office/drawing/2014/main" id="{5D6EC264-9A48-F35E-E077-90DE3F13F95A}"/>
              </a:ext>
            </a:extLst>
          </p:cNvPr>
          <p:cNvGrpSpPr/>
          <p:nvPr/>
        </p:nvGrpSpPr>
        <p:grpSpPr>
          <a:xfrm>
            <a:off x="2765304" y="2257382"/>
            <a:ext cx="343759" cy="339271"/>
            <a:chOff x="6232000" y="1435050"/>
            <a:chExt cx="488225" cy="481850"/>
          </a:xfrm>
          <a:solidFill>
            <a:schemeClr val="accent3">
              <a:lumMod val="60000"/>
              <a:lumOff val="40000"/>
            </a:schemeClr>
          </a:solidFill>
        </p:grpSpPr>
        <p:sp>
          <p:nvSpPr>
            <p:cNvPr id="48" name="Google Shape;5822;p70">
              <a:extLst>
                <a:ext uri="{FF2B5EF4-FFF2-40B4-BE49-F238E27FC236}">
                  <a16:creationId xmlns:a16="http://schemas.microsoft.com/office/drawing/2014/main" id="{5756FF99-5FCA-0C43-AFCE-FBF95BBAF686}"/>
                </a:ext>
              </a:extLst>
            </p:cNvPr>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 name="Google Shape;5823;p70">
              <a:extLst>
                <a:ext uri="{FF2B5EF4-FFF2-40B4-BE49-F238E27FC236}">
                  <a16:creationId xmlns:a16="http://schemas.microsoft.com/office/drawing/2014/main" id="{AB1B817A-0E78-F953-DD69-C2F1F55175D5}"/>
                </a:ext>
              </a:extLst>
            </p:cNvPr>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 name="Google Shape;5824;p70">
              <a:extLst>
                <a:ext uri="{FF2B5EF4-FFF2-40B4-BE49-F238E27FC236}">
                  <a16:creationId xmlns:a16="http://schemas.microsoft.com/office/drawing/2014/main" id="{D6C6EA39-2180-03CD-B19D-8561FFBC5590}"/>
                </a:ext>
              </a:extLst>
            </p:cNvPr>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 name="Google Shape;5825;p70">
              <a:extLst>
                <a:ext uri="{FF2B5EF4-FFF2-40B4-BE49-F238E27FC236}">
                  <a16:creationId xmlns:a16="http://schemas.microsoft.com/office/drawing/2014/main" id="{FAE156FA-2ACE-9897-2787-0C8074CC8FFF}"/>
                </a:ext>
              </a:extLst>
            </p:cNvPr>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 name="Google Shape;5826;p70">
              <a:extLst>
                <a:ext uri="{FF2B5EF4-FFF2-40B4-BE49-F238E27FC236}">
                  <a16:creationId xmlns:a16="http://schemas.microsoft.com/office/drawing/2014/main" id="{2B569827-A028-61EB-6323-09588DA02461}"/>
                </a:ext>
              </a:extLst>
            </p:cNvPr>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 name="Google Shape;6719;p72">
            <a:extLst>
              <a:ext uri="{FF2B5EF4-FFF2-40B4-BE49-F238E27FC236}">
                <a16:creationId xmlns:a16="http://schemas.microsoft.com/office/drawing/2014/main" id="{85C5FC94-CD20-B48D-E3CD-26DB6A0E9535}"/>
              </a:ext>
            </a:extLst>
          </p:cNvPr>
          <p:cNvGrpSpPr/>
          <p:nvPr/>
        </p:nvGrpSpPr>
        <p:grpSpPr>
          <a:xfrm>
            <a:off x="6010581" y="2272999"/>
            <a:ext cx="351024" cy="347301"/>
            <a:chOff x="946175" y="3619500"/>
            <a:chExt cx="296975" cy="293825"/>
          </a:xfrm>
          <a:solidFill>
            <a:schemeClr val="accent3">
              <a:lumMod val="60000"/>
              <a:lumOff val="40000"/>
            </a:schemeClr>
          </a:solidFill>
        </p:grpSpPr>
        <p:sp>
          <p:nvSpPr>
            <p:cNvPr id="54" name="Google Shape;6720;p72">
              <a:extLst>
                <a:ext uri="{FF2B5EF4-FFF2-40B4-BE49-F238E27FC236}">
                  <a16:creationId xmlns:a16="http://schemas.microsoft.com/office/drawing/2014/main" id="{F46A7554-E425-8F57-D252-8FAC82235179}"/>
                </a:ext>
              </a:extLst>
            </p:cNvPr>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6721;p72">
              <a:extLst>
                <a:ext uri="{FF2B5EF4-FFF2-40B4-BE49-F238E27FC236}">
                  <a16:creationId xmlns:a16="http://schemas.microsoft.com/office/drawing/2014/main" id="{7617454B-1A9E-83C2-494B-5969D79C5624}"/>
                </a:ext>
              </a:extLst>
            </p:cNvPr>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6722;p72">
              <a:extLst>
                <a:ext uri="{FF2B5EF4-FFF2-40B4-BE49-F238E27FC236}">
                  <a16:creationId xmlns:a16="http://schemas.microsoft.com/office/drawing/2014/main" id="{1AB209B2-72D9-8A52-3BA3-CA5F905602F8}"/>
                </a:ext>
              </a:extLst>
            </p:cNvPr>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6723;p72">
              <a:extLst>
                <a:ext uri="{FF2B5EF4-FFF2-40B4-BE49-F238E27FC236}">
                  <a16:creationId xmlns:a16="http://schemas.microsoft.com/office/drawing/2014/main" id="{086E4D3B-E0BB-DAA1-57D1-836FB2A63E6B}"/>
                </a:ext>
              </a:extLst>
            </p:cNvPr>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6724;p72">
              <a:extLst>
                <a:ext uri="{FF2B5EF4-FFF2-40B4-BE49-F238E27FC236}">
                  <a16:creationId xmlns:a16="http://schemas.microsoft.com/office/drawing/2014/main" id="{1D99C368-C514-BE3D-1CA8-BA41AAD9A837}"/>
                </a:ext>
              </a:extLst>
            </p:cNvPr>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6725;p72">
              <a:extLst>
                <a:ext uri="{FF2B5EF4-FFF2-40B4-BE49-F238E27FC236}">
                  <a16:creationId xmlns:a16="http://schemas.microsoft.com/office/drawing/2014/main" id="{A90E2769-35C0-5988-024A-1F78240919A6}"/>
                </a:ext>
              </a:extLst>
            </p:cNvPr>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8583;p76">
            <a:extLst>
              <a:ext uri="{FF2B5EF4-FFF2-40B4-BE49-F238E27FC236}">
                <a16:creationId xmlns:a16="http://schemas.microsoft.com/office/drawing/2014/main" id="{41B88C0F-545C-5318-32F0-714128A95EEB}"/>
              </a:ext>
            </a:extLst>
          </p:cNvPr>
          <p:cNvSpPr/>
          <p:nvPr/>
        </p:nvSpPr>
        <p:spPr>
          <a:xfrm>
            <a:off x="4316974" y="2322172"/>
            <a:ext cx="420811" cy="318722"/>
          </a:xfrm>
          <a:custGeom>
            <a:avLst/>
            <a:gdLst/>
            <a:ahLst/>
            <a:cxnLst/>
            <a:rect l="l" t="t" r="r" b="b"/>
            <a:pathLst>
              <a:path w="11690" h="8854" extrusionOk="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6"/>
          <p:cNvSpPr/>
          <p:nvPr/>
        </p:nvSpPr>
        <p:spPr>
          <a:xfrm>
            <a:off x="715100" y="1572142"/>
            <a:ext cx="695400" cy="677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6"/>
          <p:cNvSpPr/>
          <p:nvPr/>
        </p:nvSpPr>
        <p:spPr>
          <a:xfrm>
            <a:off x="4756600" y="1572142"/>
            <a:ext cx="695400" cy="677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6"/>
          <p:cNvSpPr/>
          <p:nvPr/>
        </p:nvSpPr>
        <p:spPr>
          <a:xfrm>
            <a:off x="715100" y="3164442"/>
            <a:ext cx="695400" cy="677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6"/>
          <p:cNvSpPr/>
          <p:nvPr/>
        </p:nvSpPr>
        <p:spPr>
          <a:xfrm>
            <a:off x="4756600" y="3164442"/>
            <a:ext cx="695400" cy="677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6"/>
          <p:cNvSpPr txBox="1">
            <a:spLocks noGrp="1"/>
          </p:cNvSpPr>
          <p:nvPr>
            <p:ph type="title"/>
          </p:nvPr>
        </p:nvSpPr>
        <p:spPr>
          <a:xfrm>
            <a:off x="1519323" y="1610525"/>
            <a:ext cx="23289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Times New Roman" panose="02020603050405020304" pitchFamily="18" charset="0"/>
                <a:ea typeface="Tahoma" panose="020B0604030504040204" pitchFamily="34" charset="0"/>
                <a:cs typeface="Times New Roman" panose="02020603050405020304" pitchFamily="18" charset="0"/>
              </a:rPr>
              <a:t>BEGINNER</a:t>
            </a:r>
            <a:endParaRPr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38" name="Google Shape;338;p36"/>
          <p:cNvSpPr txBox="1">
            <a:spLocks noGrp="1"/>
          </p:cNvSpPr>
          <p:nvPr>
            <p:ph type="subTitle" idx="1"/>
          </p:nvPr>
        </p:nvSpPr>
        <p:spPr>
          <a:xfrm>
            <a:off x="1519313" y="2273250"/>
            <a:ext cx="2867100" cy="484800"/>
          </a:xfrm>
          <a:prstGeom prst="rect">
            <a:avLst/>
          </a:prstGeom>
        </p:spPr>
        <p:txBody>
          <a:bodyPr spcFirstLastPara="1" wrap="square" lIns="91425" tIns="91425" rIns="91425" bIns="91425" anchor="ctr" anchorCtr="0">
            <a:noAutofit/>
          </a:bodyPr>
          <a:lstStyle/>
          <a:p>
            <a:pPr marL="0" lvl="0" indent="0"/>
            <a:r>
              <a:rPr lang="en-US" sz="1400" dirty="0">
                <a:latin typeface="Times New Roman" panose="02020603050405020304" pitchFamily="18" charset="0"/>
                <a:cs typeface="Times New Roman" panose="02020603050405020304" pitchFamily="18" charset="0"/>
              </a:rPr>
              <a:t>A slow and simple typing test designed to help new learners type confidently.</a:t>
            </a:r>
            <a:endParaRPr sz="1400" dirty="0">
              <a:latin typeface="Times New Roman" panose="02020603050405020304" pitchFamily="18" charset="0"/>
              <a:cs typeface="Times New Roman" panose="02020603050405020304" pitchFamily="18" charset="0"/>
            </a:endParaRPr>
          </a:p>
        </p:txBody>
      </p:sp>
      <p:sp>
        <p:nvSpPr>
          <p:cNvPr id="339" name="Google Shape;339;p36"/>
          <p:cNvSpPr txBox="1">
            <a:spLocks noGrp="1"/>
          </p:cNvSpPr>
          <p:nvPr>
            <p:ph type="title" idx="2"/>
          </p:nvPr>
        </p:nvSpPr>
        <p:spPr>
          <a:xfrm>
            <a:off x="5561798" y="1610525"/>
            <a:ext cx="2436307"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INTERMEDIATE</a:t>
            </a:r>
            <a:endParaRPr dirty="0">
              <a:latin typeface="Times New Roman" panose="02020603050405020304" pitchFamily="18" charset="0"/>
              <a:cs typeface="Times New Roman" panose="02020603050405020304" pitchFamily="18" charset="0"/>
            </a:endParaRPr>
          </a:p>
        </p:txBody>
      </p:sp>
      <p:sp>
        <p:nvSpPr>
          <p:cNvPr id="340" name="Google Shape;340;p36"/>
          <p:cNvSpPr txBox="1">
            <a:spLocks noGrp="1"/>
          </p:cNvSpPr>
          <p:nvPr>
            <p:ph type="subTitle" idx="3"/>
          </p:nvPr>
        </p:nvSpPr>
        <p:spPr>
          <a:xfrm>
            <a:off x="5561793" y="2174692"/>
            <a:ext cx="2867100" cy="484800"/>
          </a:xfrm>
          <a:prstGeom prst="rect">
            <a:avLst/>
          </a:prstGeom>
        </p:spPr>
        <p:txBody>
          <a:bodyPr spcFirstLastPara="1" wrap="square" lIns="91425" tIns="91425" rIns="91425" bIns="91425" anchor="ctr" anchorCtr="0">
            <a:noAutofit/>
          </a:bodyPr>
          <a:lstStyle/>
          <a:p>
            <a:pPr marL="0" lvl="0" indent="0"/>
            <a:r>
              <a:rPr lang="en-US" sz="1400" dirty="0">
                <a:latin typeface="Times New Roman" panose="02020603050405020304" pitchFamily="18" charset="0"/>
                <a:cs typeface="Times New Roman" panose="02020603050405020304" pitchFamily="18" charset="0"/>
              </a:rPr>
              <a:t>A balanced typing test with moderate speed and accuracy challenges.</a:t>
            </a:r>
            <a:endParaRPr sz="1400" dirty="0">
              <a:latin typeface="Times New Roman" panose="02020603050405020304" pitchFamily="18" charset="0"/>
              <a:cs typeface="Times New Roman" panose="02020603050405020304" pitchFamily="18" charset="0"/>
            </a:endParaRPr>
          </a:p>
        </p:txBody>
      </p:sp>
      <p:sp>
        <p:nvSpPr>
          <p:cNvPr id="341" name="Google Shape;341;p36"/>
          <p:cNvSpPr txBox="1">
            <a:spLocks noGrp="1"/>
          </p:cNvSpPr>
          <p:nvPr>
            <p:ph type="title" idx="15"/>
          </p:nvPr>
        </p:nvSpPr>
        <p:spPr>
          <a:xfrm>
            <a:off x="529463" y="513300"/>
            <a:ext cx="7713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Times New Roman" panose="02020603050405020304" pitchFamily="18" charset="0"/>
                <a:cs typeface="Times New Roman" panose="02020603050405020304" pitchFamily="18" charset="0"/>
              </a:rPr>
              <a:t>MODES</a:t>
            </a:r>
            <a:endParaRPr b="1" dirty="0">
              <a:latin typeface="Times New Roman" panose="02020603050405020304" pitchFamily="18" charset="0"/>
              <a:cs typeface="Times New Roman" panose="02020603050405020304" pitchFamily="18" charset="0"/>
            </a:endParaRPr>
          </a:p>
        </p:txBody>
      </p:sp>
      <p:sp>
        <p:nvSpPr>
          <p:cNvPr id="342" name="Google Shape;342;p36"/>
          <p:cNvSpPr txBox="1">
            <a:spLocks noGrp="1"/>
          </p:cNvSpPr>
          <p:nvPr>
            <p:ph type="title" idx="4"/>
          </p:nvPr>
        </p:nvSpPr>
        <p:spPr>
          <a:xfrm>
            <a:off x="1519323" y="3196325"/>
            <a:ext cx="23289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ADVANCED</a:t>
            </a:r>
            <a:endParaRPr dirty="0">
              <a:latin typeface="Times New Roman" panose="02020603050405020304" pitchFamily="18" charset="0"/>
              <a:cs typeface="Times New Roman" panose="02020603050405020304" pitchFamily="18" charset="0"/>
            </a:endParaRPr>
          </a:p>
        </p:txBody>
      </p:sp>
      <p:sp>
        <p:nvSpPr>
          <p:cNvPr id="343" name="Google Shape;343;p36"/>
          <p:cNvSpPr txBox="1">
            <a:spLocks noGrp="1"/>
          </p:cNvSpPr>
          <p:nvPr>
            <p:ph type="subTitle" idx="5"/>
          </p:nvPr>
        </p:nvSpPr>
        <p:spPr>
          <a:xfrm>
            <a:off x="1519313" y="3859050"/>
            <a:ext cx="2867100" cy="484800"/>
          </a:xfrm>
          <a:prstGeom prst="rect">
            <a:avLst/>
          </a:prstGeom>
        </p:spPr>
        <p:txBody>
          <a:bodyPr spcFirstLastPara="1" wrap="square" lIns="91425" tIns="91425" rIns="91425" bIns="91425" anchor="ctr" anchorCtr="0">
            <a:noAutofit/>
          </a:bodyPr>
          <a:lstStyle/>
          <a:p>
            <a:pPr marL="0" lvl="0" indent="0"/>
            <a:r>
              <a:rPr lang="en-US" sz="1400" dirty="0">
                <a:latin typeface="Times New Roman" panose="02020603050405020304" pitchFamily="18" charset="0"/>
                <a:cs typeface="Times New Roman" panose="02020603050405020304" pitchFamily="18" charset="0"/>
              </a:rPr>
              <a:t>A fast-paced typing test for advanced users to push their typing speed limits.</a:t>
            </a:r>
            <a:endParaRPr sz="1400" dirty="0">
              <a:latin typeface="Times New Roman" panose="02020603050405020304" pitchFamily="18" charset="0"/>
              <a:cs typeface="Times New Roman" panose="02020603050405020304" pitchFamily="18" charset="0"/>
            </a:endParaRPr>
          </a:p>
        </p:txBody>
      </p:sp>
      <p:sp>
        <p:nvSpPr>
          <p:cNvPr id="344" name="Google Shape;344;p36"/>
          <p:cNvSpPr txBox="1">
            <a:spLocks noGrp="1"/>
          </p:cNvSpPr>
          <p:nvPr>
            <p:ph type="title" idx="6"/>
          </p:nvPr>
        </p:nvSpPr>
        <p:spPr>
          <a:xfrm>
            <a:off x="5561799" y="3196325"/>
            <a:ext cx="23289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CODING</a:t>
            </a:r>
            <a:endParaRPr dirty="0">
              <a:latin typeface="Times New Roman" panose="02020603050405020304" pitchFamily="18" charset="0"/>
              <a:cs typeface="Times New Roman" panose="02020603050405020304" pitchFamily="18" charset="0"/>
            </a:endParaRPr>
          </a:p>
        </p:txBody>
      </p:sp>
      <p:sp>
        <p:nvSpPr>
          <p:cNvPr id="345" name="Google Shape;345;p36"/>
          <p:cNvSpPr txBox="1">
            <a:spLocks noGrp="1"/>
          </p:cNvSpPr>
          <p:nvPr>
            <p:ph type="subTitle" idx="7"/>
          </p:nvPr>
        </p:nvSpPr>
        <p:spPr>
          <a:xfrm>
            <a:off x="5561793" y="3859050"/>
            <a:ext cx="2867100" cy="484800"/>
          </a:xfrm>
          <a:prstGeom prst="rect">
            <a:avLst/>
          </a:prstGeom>
        </p:spPr>
        <p:txBody>
          <a:bodyPr spcFirstLastPara="1" wrap="square" lIns="91425" tIns="91425" rIns="91425" bIns="91425" anchor="ctr" anchorCtr="0">
            <a:noAutofit/>
          </a:bodyPr>
          <a:lstStyle/>
          <a:p>
            <a:pPr marL="0" lvl="0" indent="0"/>
            <a:r>
              <a:rPr lang="en-US" sz="1400" dirty="0">
                <a:latin typeface="Times New Roman" panose="02020603050405020304" pitchFamily="18" charset="0"/>
                <a:cs typeface="Times New Roman" panose="02020603050405020304" pitchFamily="18" charset="0"/>
              </a:rPr>
              <a:t>A typing test using real code snippets to improve speed, accuracy, and programming fluency</a:t>
            </a:r>
            <a:endParaRPr sz="1400" dirty="0">
              <a:latin typeface="Times New Roman" panose="02020603050405020304" pitchFamily="18" charset="0"/>
              <a:cs typeface="Times New Roman" panose="02020603050405020304" pitchFamily="18" charset="0"/>
            </a:endParaRPr>
          </a:p>
        </p:txBody>
      </p:sp>
      <p:sp>
        <p:nvSpPr>
          <p:cNvPr id="346" name="Google Shape;346;p36"/>
          <p:cNvSpPr txBox="1">
            <a:spLocks noGrp="1"/>
          </p:cNvSpPr>
          <p:nvPr>
            <p:ph type="subTitle" idx="8"/>
          </p:nvPr>
        </p:nvSpPr>
        <p:spPr>
          <a:xfrm>
            <a:off x="715088" y="1646992"/>
            <a:ext cx="695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347" name="Google Shape;347;p36"/>
          <p:cNvSpPr txBox="1">
            <a:spLocks noGrp="1"/>
          </p:cNvSpPr>
          <p:nvPr>
            <p:ph type="subTitle" idx="9"/>
          </p:nvPr>
        </p:nvSpPr>
        <p:spPr>
          <a:xfrm>
            <a:off x="4756588" y="1646992"/>
            <a:ext cx="695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48" name="Google Shape;348;p36"/>
          <p:cNvSpPr txBox="1">
            <a:spLocks noGrp="1"/>
          </p:cNvSpPr>
          <p:nvPr>
            <p:ph type="subTitle" idx="13"/>
          </p:nvPr>
        </p:nvSpPr>
        <p:spPr>
          <a:xfrm>
            <a:off x="715088" y="3239292"/>
            <a:ext cx="695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49" name="Google Shape;349;p36"/>
          <p:cNvSpPr txBox="1">
            <a:spLocks noGrp="1"/>
          </p:cNvSpPr>
          <p:nvPr>
            <p:ph type="subTitle" idx="14"/>
          </p:nvPr>
        </p:nvSpPr>
        <p:spPr>
          <a:xfrm>
            <a:off x="4756588" y="3239292"/>
            <a:ext cx="695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0">
          <a:extLst>
            <a:ext uri="{FF2B5EF4-FFF2-40B4-BE49-F238E27FC236}">
              <a16:creationId xmlns:a16="http://schemas.microsoft.com/office/drawing/2014/main" id="{41D82BFF-981E-6FA3-6AD8-E861D2857A82}"/>
            </a:ext>
          </a:extLst>
        </p:cNvPr>
        <p:cNvGrpSpPr/>
        <p:nvPr/>
      </p:nvGrpSpPr>
      <p:grpSpPr>
        <a:xfrm>
          <a:off x="0" y="0"/>
          <a:ext cx="0" cy="0"/>
          <a:chOff x="0" y="0"/>
          <a:chExt cx="0" cy="0"/>
        </a:xfrm>
      </p:grpSpPr>
      <p:sp>
        <p:nvSpPr>
          <p:cNvPr id="478" name="Google Shape;478;p43">
            <a:extLst>
              <a:ext uri="{FF2B5EF4-FFF2-40B4-BE49-F238E27FC236}">
                <a16:creationId xmlns:a16="http://schemas.microsoft.com/office/drawing/2014/main" id="{3317CD04-3D70-2647-E64C-0F9DB60DE6E1}"/>
              </a:ext>
            </a:extLst>
          </p:cNvPr>
          <p:cNvSpPr txBox="1">
            <a:spLocks noGrp="1"/>
          </p:cNvSpPr>
          <p:nvPr>
            <p:ph type="title"/>
          </p:nvPr>
        </p:nvSpPr>
        <p:spPr>
          <a:xfrm>
            <a:off x="1861432" y="595380"/>
            <a:ext cx="5421136" cy="76464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Times New Roman" panose="02020603050405020304" pitchFamily="18" charset="0"/>
                <a:cs typeface="Times New Roman" panose="02020603050405020304" pitchFamily="18" charset="0"/>
              </a:rPr>
              <a:t>EVALUATION RESULT</a:t>
            </a:r>
            <a:endParaRPr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555ECFE-3F93-DDD0-F45E-3EB6A8BB4D17}"/>
              </a:ext>
            </a:extLst>
          </p:cNvPr>
          <p:cNvSpPr txBox="1"/>
          <p:nvPr/>
        </p:nvSpPr>
        <p:spPr>
          <a:xfrm>
            <a:off x="1610328" y="1360025"/>
            <a:ext cx="5923344" cy="2971967"/>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US" sz="1600" b="1" dirty="0">
                <a:solidFill>
                  <a:srgbClr val="323232"/>
                </a:solidFill>
                <a:latin typeface="Times New Roman" panose="02020603050405020304" pitchFamily="18" charset="0"/>
                <a:cs typeface="Times New Roman" panose="02020603050405020304" pitchFamily="18" charset="0"/>
              </a:rPr>
              <a:t>Accuracy calculation</a:t>
            </a:r>
            <a:r>
              <a:rPr lang="en-US" sz="1600" dirty="0">
                <a:solidFill>
                  <a:srgbClr val="323232"/>
                </a:solidFill>
                <a:latin typeface="Times New Roman" panose="02020603050405020304" pitchFamily="18" charset="0"/>
                <a:cs typeface="Times New Roman" panose="02020603050405020304" pitchFamily="18" charset="0"/>
              </a:rPr>
              <a:t>: Percentage (%) of correctly typed characters. That is</a:t>
            </a:r>
          </a:p>
          <a:p>
            <a:pPr algn="just">
              <a:lnSpc>
                <a:spcPct val="200000"/>
              </a:lnSpc>
            </a:pPr>
            <a:r>
              <a:rPr lang="en-US" sz="1600" dirty="0">
                <a:solidFill>
                  <a:srgbClr val="323232"/>
                </a:solidFill>
                <a:latin typeface="Times New Roman" panose="02020603050405020304" pitchFamily="18" charset="0"/>
                <a:cs typeface="Times New Roman" panose="02020603050405020304" pitchFamily="18" charset="0"/>
              </a:rPr>
              <a:t>       (Correctly Typed Characters/Total Characters) x 100</a:t>
            </a:r>
          </a:p>
          <a:p>
            <a:pPr marL="285750" indent="-285750" algn="just">
              <a:lnSpc>
                <a:spcPct val="200000"/>
              </a:lnSpc>
              <a:buFont typeface="Arial" panose="020B0604020202020204" pitchFamily="34" charset="0"/>
              <a:buChar char="•"/>
            </a:pPr>
            <a:r>
              <a:rPr lang="en-US" sz="1600" b="1" dirty="0">
                <a:solidFill>
                  <a:srgbClr val="323232"/>
                </a:solidFill>
                <a:latin typeface="Times New Roman" panose="02020603050405020304" pitchFamily="18" charset="0"/>
                <a:cs typeface="Times New Roman" panose="02020603050405020304" pitchFamily="18" charset="0"/>
              </a:rPr>
              <a:t>WPM calculation</a:t>
            </a:r>
            <a:r>
              <a:rPr lang="en-US" sz="1600" dirty="0">
                <a:solidFill>
                  <a:srgbClr val="323232"/>
                </a:solidFill>
                <a:latin typeface="Times New Roman" panose="02020603050405020304" pitchFamily="18" charset="0"/>
                <a:cs typeface="Times New Roman" panose="02020603050405020304" pitchFamily="18" charset="0"/>
              </a:rPr>
              <a:t>: Words typed per minute .Improves typing speed and accuracy through repeated practice</a:t>
            </a:r>
          </a:p>
          <a:p>
            <a:pPr marL="285750" indent="-285750" algn="just">
              <a:lnSpc>
                <a:spcPct val="200000"/>
              </a:lnSpc>
              <a:buFont typeface="Arial" panose="020B0604020202020204" pitchFamily="34" charset="0"/>
              <a:buChar char="•"/>
            </a:pPr>
            <a:r>
              <a:rPr lang="en-US" sz="1600" b="1" dirty="0">
                <a:solidFill>
                  <a:srgbClr val="323232"/>
                </a:solidFill>
                <a:latin typeface="Times New Roman" panose="02020603050405020304" pitchFamily="18" charset="0"/>
                <a:cs typeface="Times New Roman" panose="02020603050405020304" pitchFamily="18" charset="0"/>
              </a:rPr>
              <a:t>Time Taken : </a:t>
            </a:r>
            <a:r>
              <a:rPr lang="en-US" sz="1600" dirty="0">
                <a:solidFill>
                  <a:srgbClr val="323232"/>
                </a:solidFill>
                <a:latin typeface="Times New Roman" panose="02020603050405020304" pitchFamily="18" charset="0"/>
                <a:cs typeface="Times New Roman" panose="02020603050405020304" pitchFamily="18" charset="0"/>
              </a:rPr>
              <a:t>The total time taken to complete the Sentence/Code</a:t>
            </a:r>
          </a:p>
        </p:txBody>
      </p:sp>
    </p:spTree>
    <p:extLst>
      <p:ext uri="{BB962C8B-B14F-4D97-AF65-F5344CB8AC3E}">
        <p14:creationId xmlns:p14="http://schemas.microsoft.com/office/powerpoint/2010/main" val="889298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 name="Title 2">
            <a:extLst>
              <a:ext uri="{FF2B5EF4-FFF2-40B4-BE49-F238E27FC236}">
                <a16:creationId xmlns:a16="http://schemas.microsoft.com/office/drawing/2014/main" id="{977F7A7D-3777-15A7-652D-DA5BDBE74EF1}"/>
              </a:ext>
            </a:extLst>
          </p:cNvPr>
          <p:cNvSpPr>
            <a:spLocks noGrp="1"/>
          </p:cNvSpPr>
          <p:nvPr>
            <p:ph type="title"/>
          </p:nvPr>
        </p:nvSpPr>
        <p:spPr>
          <a:xfrm>
            <a:off x="1677039" y="641680"/>
            <a:ext cx="5789922" cy="572700"/>
          </a:xfrm>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0C585CC6-9AE8-8344-D556-C404730827B9}"/>
              </a:ext>
            </a:extLst>
          </p:cNvPr>
          <p:cNvSpPr txBox="1"/>
          <p:nvPr/>
        </p:nvSpPr>
        <p:spPr>
          <a:xfrm>
            <a:off x="1111170" y="1499075"/>
            <a:ext cx="7002684" cy="3095078"/>
          </a:xfrm>
          <a:prstGeom prst="rect">
            <a:avLst/>
          </a:prstGeom>
          <a:noFill/>
        </p:spPr>
        <p:txBody>
          <a:bodyPr wrap="square" rtlCol="0">
            <a:spAutoFit/>
          </a:bodyPr>
          <a:lstStyle/>
          <a:p>
            <a:pPr marL="0" indent="0" algn="just">
              <a:lnSpc>
                <a:spcPct val="150000"/>
              </a:lnSpc>
              <a:buNone/>
            </a:pPr>
            <a:r>
              <a:rPr lang="en-IN" sz="1800" b="1" dirty="0">
                <a:solidFill>
                  <a:srgbClr val="323232"/>
                </a:solidFill>
                <a:latin typeface="Times New Roman" panose="02020603050405020304" pitchFamily="18" charset="0"/>
                <a:cs typeface="Times New Roman" panose="02020603050405020304" pitchFamily="18" charset="0"/>
              </a:rPr>
              <a:t>Conclusion:</a:t>
            </a:r>
          </a:p>
          <a:p>
            <a:pPr algn="just">
              <a:lnSpc>
                <a:spcPct val="150000"/>
              </a:lnSpc>
            </a:pPr>
            <a:r>
              <a:rPr lang="en-IN" sz="1600" dirty="0">
                <a:solidFill>
                  <a:srgbClr val="323232"/>
                </a:solidFill>
                <a:latin typeface="Times New Roman" panose="02020603050405020304" pitchFamily="18" charset="0"/>
                <a:cs typeface="Times New Roman" panose="02020603050405020304" pitchFamily="18" charset="0"/>
              </a:rPr>
              <a:t> The project successfully evaluates typing skills with accuracy &amp; WPM.</a:t>
            </a:r>
          </a:p>
          <a:p>
            <a:pPr algn="just">
              <a:lnSpc>
                <a:spcPct val="150000"/>
              </a:lnSpc>
            </a:pPr>
            <a:r>
              <a:rPr lang="en-IN" sz="1600" dirty="0">
                <a:solidFill>
                  <a:srgbClr val="323232"/>
                </a:solidFill>
                <a:latin typeface="Times New Roman" panose="02020603050405020304" pitchFamily="18" charset="0"/>
                <a:cs typeface="Times New Roman" panose="02020603050405020304" pitchFamily="18" charset="0"/>
              </a:rPr>
              <a:t>Provides different levels for practice.</a:t>
            </a:r>
          </a:p>
          <a:p>
            <a:pPr algn="just">
              <a:lnSpc>
                <a:spcPct val="150000"/>
              </a:lnSpc>
            </a:pPr>
            <a:endParaRPr lang="en-IN" sz="1600" dirty="0">
              <a:solidFill>
                <a:srgbClr val="323232"/>
              </a:solidFill>
              <a:latin typeface="Times New Roman" panose="02020603050405020304" pitchFamily="18" charset="0"/>
              <a:cs typeface="Times New Roman" panose="02020603050405020304" pitchFamily="18" charset="0"/>
            </a:endParaRPr>
          </a:p>
          <a:p>
            <a:pPr marL="0" indent="0" algn="just">
              <a:lnSpc>
                <a:spcPct val="150000"/>
              </a:lnSpc>
              <a:buNone/>
            </a:pPr>
            <a:r>
              <a:rPr lang="en-IN" sz="1800" b="1" dirty="0">
                <a:solidFill>
                  <a:srgbClr val="323232"/>
                </a:solidFill>
                <a:latin typeface="Times New Roman" panose="02020603050405020304" pitchFamily="18" charset="0"/>
                <a:cs typeface="Times New Roman" panose="02020603050405020304" pitchFamily="18" charset="0"/>
              </a:rPr>
              <a:t>Future Scope:</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AI-driven Personalisation.</a:t>
            </a:r>
            <a:endParaRPr lang="en-IN" sz="1600" dirty="0">
              <a:solidFill>
                <a:srgbClr val="323232"/>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Gamification &amp; Social Features.</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Multiplatform &amp; Cloud Sync.</a:t>
            </a:r>
            <a:endParaRPr lang="en-IN" sz="1600" dirty="0">
              <a:solidFill>
                <a:srgbClr val="32323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2">
          <a:extLst>
            <a:ext uri="{FF2B5EF4-FFF2-40B4-BE49-F238E27FC236}">
              <a16:creationId xmlns:a16="http://schemas.microsoft.com/office/drawing/2014/main" id="{CAD41950-62CC-7104-29F5-8733EEF35E8D}"/>
            </a:ext>
          </a:extLst>
        </p:cNvPr>
        <p:cNvGrpSpPr/>
        <p:nvPr/>
      </p:nvGrpSpPr>
      <p:grpSpPr>
        <a:xfrm>
          <a:off x="0" y="0"/>
          <a:ext cx="0" cy="0"/>
          <a:chOff x="0" y="0"/>
          <a:chExt cx="0" cy="0"/>
        </a:xfrm>
      </p:grpSpPr>
      <p:sp>
        <p:nvSpPr>
          <p:cNvPr id="2" name="Google Shape;313;p33">
            <a:extLst>
              <a:ext uri="{FF2B5EF4-FFF2-40B4-BE49-F238E27FC236}">
                <a16:creationId xmlns:a16="http://schemas.microsoft.com/office/drawing/2014/main" id="{D2BFB555-AC17-F7D9-9B8E-63E5A32E1D9B}"/>
              </a:ext>
            </a:extLst>
          </p:cNvPr>
          <p:cNvSpPr/>
          <p:nvPr/>
        </p:nvSpPr>
        <p:spPr>
          <a:xfrm>
            <a:off x="-1905843" y="4656280"/>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13;p33">
            <a:extLst>
              <a:ext uri="{FF2B5EF4-FFF2-40B4-BE49-F238E27FC236}">
                <a16:creationId xmlns:a16="http://schemas.microsoft.com/office/drawing/2014/main" id="{68378F89-2482-55F1-3009-5F6462E69254}"/>
              </a:ext>
            </a:extLst>
          </p:cNvPr>
          <p:cNvSpPr/>
          <p:nvPr/>
        </p:nvSpPr>
        <p:spPr>
          <a:xfrm flipH="1">
            <a:off x="8062069" y="4656280"/>
            <a:ext cx="277732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661;p49"/>
          <p:cNvSpPr txBox="1">
            <a:spLocks/>
          </p:cNvSpPr>
          <p:nvPr/>
        </p:nvSpPr>
        <p:spPr>
          <a:xfrm>
            <a:off x="715050" y="421761"/>
            <a:ext cx="77139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Ramabhadra"/>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2pPr>
            <a:lvl3pPr marR="0" lvl="2"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3pPr>
            <a:lvl4pPr marR="0" lvl="3"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4pPr>
            <a:lvl5pPr marR="0" lvl="4"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5pPr>
            <a:lvl6pPr marR="0" lvl="5"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6pPr>
            <a:lvl7pPr marR="0" lvl="6"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7pPr>
            <a:lvl8pPr marR="0" lvl="7"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8pPr>
            <a:lvl9pPr marR="0" lvl="8"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9pPr>
          </a:lstStyle>
          <a:p>
            <a:r>
              <a:rPr lang="en-IN" b="1" dirty="0">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4633EF3B-24F2-6CAD-7610-65CE9BEB892E}"/>
              </a:ext>
            </a:extLst>
          </p:cNvPr>
          <p:cNvSpPr txBox="1"/>
          <p:nvPr/>
        </p:nvSpPr>
        <p:spPr>
          <a:xfrm>
            <a:off x="1104057" y="1409700"/>
            <a:ext cx="7179972" cy="2893100"/>
          </a:xfrm>
          <a:prstGeom prst="rect">
            <a:avLst/>
          </a:prstGeom>
          <a:noFill/>
        </p:spPr>
        <p:txBody>
          <a:bodyPr wrap="square" rtlCol="0">
            <a:spAutoFit/>
          </a:bodyPr>
          <a:lstStyle/>
          <a:p>
            <a:pPr marL="342900" indent="-342900"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Fatima, S., &amp; Puspasari, D. (2021)</a:t>
            </a:r>
            <a:r>
              <a:rPr lang="en-US" sz="1600" dirty="0">
                <a:latin typeface="Times New Roman" panose="02020603050405020304" pitchFamily="18" charset="0"/>
                <a:cs typeface="Times New Roman" panose="02020603050405020304" pitchFamily="18" charset="0"/>
              </a:rPr>
              <a:t>. The Influence of Using Typing Master Application Media on 10 Finger Typing Skills in Office Technology Subjects at SMK Muhammadiyah 2 </a:t>
            </a:r>
            <a:r>
              <a:rPr lang="en-US" sz="1600" dirty="0" err="1">
                <a:latin typeface="Times New Roman" panose="02020603050405020304" pitchFamily="18" charset="0"/>
                <a:cs typeface="Times New Roman" panose="02020603050405020304" pitchFamily="18" charset="0"/>
              </a:rPr>
              <a:t>Sumberrejo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Bojonegoro</a:t>
            </a:r>
            <a:r>
              <a:rPr lang="en-US" sz="1600" dirty="0">
                <a:latin typeface="Times New Roman" panose="02020603050405020304" pitchFamily="18" charset="0"/>
                <a:cs typeface="Times New Roman" panose="02020603050405020304" pitchFamily="18" charset="0"/>
              </a:rPr>
              <a:t>. </a:t>
            </a:r>
            <a:r>
              <a:rPr lang="en-US" sz="1600" dirty="0" err="1">
                <a:highlight>
                  <a:srgbClr val="FFFF00"/>
                </a:highlight>
                <a:latin typeface="Times New Roman" panose="02020603050405020304" pitchFamily="18" charset="0"/>
                <a:cs typeface="Times New Roman" panose="02020603050405020304" pitchFamily="18" charset="0"/>
              </a:rPr>
              <a:t>Jurnal</a:t>
            </a:r>
            <a:r>
              <a:rPr lang="en-US" sz="1600" dirty="0">
                <a:highlight>
                  <a:srgbClr val="FFFF00"/>
                </a:highlight>
                <a:latin typeface="Times New Roman" panose="02020603050405020304" pitchFamily="18" charset="0"/>
                <a:cs typeface="Times New Roman" panose="02020603050405020304" pitchFamily="18" charset="0"/>
              </a:rPr>
              <a:t> Mantik</a:t>
            </a:r>
            <a:r>
              <a:rPr lang="en-US" sz="1600" dirty="0">
                <a:latin typeface="Times New Roman" panose="02020603050405020304" pitchFamily="18" charset="0"/>
                <a:cs typeface="Times New Roman" panose="02020603050405020304" pitchFamily="18" charset="0"/>
              </a:rPr>
              <a:t>, 5(1), 1–6.</a:t>
            </a:r>
          </a:p>
          <a:p>
            <a:pPr marL="342900" indent="-342900" algn="just">
              <a:lnSpc>
                <a:spcPct val="150000"/>
              </a:lnSpc>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Wahyuni, N., &amp; Mardiyah, H. (2017). </a:t>
            </a:r>
            <a:r>
              <a:rPr lang="en-US" sz="1600" dirty="0" err="1">
                <a:latin typeface="Times New Roman" panose="02020603050405020304" pitchFamily="18" charset="0"/>
                <a:cs typeface="Times New Roman" panose="02020603050405020304" pitchFamily="18" charset="0"/>
              </a:rPr>
              <a:t>Pengaruh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Penggunaan</a:t>
            </a:r>
            <a:r>
              <a:rPr lang="en-US" sz="1600" dirty="0">
                <a:latin typeface="Times New Roman" panose="02020603050405020304" pitchFamily="18" charset="0"/>
                <a:cs typeface="Times New Roman" panose="02020603050405020304" pitchFamily="18" charset="0"/>
              </a:rPr>
              <a:t> Media Typing Master </a:t>
            </a:r>
            <a:r>
              <a:rPr lang="en-US" sz="1600" dirty="0" err="1">
                <a:latin typeface="Times New Roman" panose="02020603050405020304" pitchFamily="18" charset="0"/>
                <a:cs typeface="Times New Roman" panose="02020603050405020304" pitchFamily="18" charset="0"/>
              </a:rPr>
              <a:t>terhadap</a:t>
            </a:r>
            <a:r>
              <a:rPr lang="en-US" sz="1600" dirty="0">
                <a:latin typeface="Times New Roman" panose="02020603050405020304" pitchFamily="18" charset="0"/>
                <a:cs typeface="Times New Roman" panose="02020603050405020304" pitchFamily="18" charset="0"/>
              </a:rPr>
              <a:t> Hasil </a:t>
            </a:r>
            <a:r>
              <a:rPr lang="en-US" sz="1600" dirty="0" err="1">
                <a:latin typeface="Times New Roman" panose="02020603050405020304" pitchFamily="18" charset="0"/>
                <a:cs typeface="Times New Roman" panose="02020603050405020304" pitchFamily="18" charset="0"/>
              </a:rPr>
              <a:t>Belajar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Mengetik</a:t>
            </a:r>
            <a:r>
              <a:rPr lang="en-US" sz="1600" dirty="0">
                <a:latin typeface="Times New Roman" panose="02020603050405020304" pitchFamily="18" charset="0"/>
                <a:cs typeface="Times New Roman" panose="02020603050405020304" pitchFamily="18" charset="0"/>
              </a:rPr>
              <a:t> 10 Jari. </a:t>
            </a:r>
            <a:r>
              <a:rPr lang="en-US" sz="1600" dirty="0">
                <a:highlight>
                  <a:srgbClr val="FFFF00"/>
                </a:highlight>
                <a:latin typeface="Times New Roman" panose="02020603050405020304" pitchFamily="18" charset="0"/>
                <a:cs typeface="Times New Roman" panose="02020603050405020304" pitchFamily="18" charset="0"/>
              </a:rPr>
              <a:t>Economic Education Analysis Journal</a:t>
            </a:r>
            <a:r>
              <a:rPr lang="en-US" sz="1600" dirty="0">
                <a:latin typeface="Times New Roman" panose="02020603050405020304" pitchFamily="18" charset="0"/>
                <a:cs typeface="Times New Roman" panose="02020603050405020304" pitchFamily="18" charset="0"/>
              </a:rPr>
              <a:t>, 6(1), 150–160.</a:t>
            </a:r>
          </a:p>
          <a:p>
            <a:endParaRPr lang="en-IN" dirty="0"/>
          </a:p>
        </p:txBody>
      </p:sp>
    </p:spTree>
    <p:extLst>
      <p:ext uri="{BB962C8B-B14F-4D97-AF65-F5344CB8AC3E}">
        <p14:creationId xmlns:p14="http://schemas.microsoft.com/office/powerpoint/2010/main" val="2208382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2">
          <a:extLst>
            <a:ext uri="{FF2B5EF4-FFF2-40B4-BE49-F238E27FC236}">
              <a16:creationId xmlns:a16="http://schemas.microsoft.com/office/drawing/2014/main" id="{675B4689-DB1E-A1CD-F0C4-FF3FB66053C6}"/>
            </a:ext>
          </a:extLst>
        </p:cNvPr>
        <p:cNvGrpSpPr/>
        <p:nvPr/>
      </p:nvGrpSpPr>
      <p:grpSpPr>
        <a:xfrm>
          <a:off x="0" y="0"/>
          <a:ext cx="0" cy="0"/>
          <a:chOff x="0" y="0"/>
          <a:chExt cx="0" cy="0"/>
        </a:xfrm>
      </p:grpSpPr>
      <p:sp>
        <p:nvSpPr>
          <p:cNvPr id="2" name="Google Shape;313;p33">
            <a:extLst>
              <a:ext uri="{FF2B5EF4-FFF2-40B4-BE49-F238E27FC236}">
                <a16:creationId xmlns:a16="http://schemas.microsoft.com/office/drawing/2014/main" id="{15B753C4-2104-56B3-B7BB-445F5D99444B}"/>
              </a:ext>
            </a:extLst>
          </p:cNvPr>
          <p:cNvSpPr/>
          <p:nvPr/>
        </p:nvSpPr>
        <p:spPr>
          <a:xfrm>
            <a:off x="-1905843" y="4656280"/>
            <a:ext cx="300990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13;p33">
            <a:extLst>
              <a:ext uri="{FF2B5EF4-FFF2-40B4-BE49-F238E27FC236}">
                <a16:creationId xmlns:a16="http://schemas.microsoft.com/office/drawing/2014/main" id="{B5FF18EB-653B-DD8B-B13D-258B22A9F39F}"/>
              </a:ext>
            </a:extLst>
          </p:cNvPr>
          <p:cNvSpPr/>
          <p:nvPr/>
        </p:nvSpPr>
        <p:spPr>
          <a:xfrm flipH="1">
            <a:off x="8062069" y="4656280"/>
            <a:ext cx="2777320" cy="691200"/>
          </a:xfrm>
          <a:prstGeom prst="roundRect">
            <a:avLst>
              <a:gd name="adj" fmla="val 50000"/>
            </a:avLst>
          </a:prstGeom>
          <a:gradFill>
            <a:gsLst>
              <a:gs pos="0">
                <a:schemeClr val="accent6"/>
              </a:gs>
              <a:gs pos="100000">
                <a:schemeClr val="accent5"/>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661;p49">
            <a:extLst>
              <a:ext uri="{FF2B5EF4-FFF2-40B4-BE49-F238E27FC236}">
                <a16:creationId xmlns:a16="http://schemas.microsoft.com/office/drawing/2014/main" id="{E75E7D57-33C4-524E-E7A0-EA59FBDDC740}"/>
              </a:ext>
            </a:extLst>
          </p:cNvPr>
          <p:cNvSpPr txBox="1">
            <a:spLocks/>
          </p:cNvSpPr>
          <p:nvPr/>
        </p:nvSpPr>
        <p:spPr>
          <a:xfrm>
            <a:off x="715050" y="421761"/>
            <a:ext cx="77139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Ramabhadra"/>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2pPr>
            <a:lvl3pPr marR="0" lvl="2"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3pPr>
            <a:lvl4pPr marR="0" lvl="3"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4pPr>
            <a:lvl5pPr marR="0" lvl="4"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5pPr>
            <a:lvl6pPr marR="0" lvl="5"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6pPr>
            <a:lvl7pPr marR="0" lvl="6"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7pPr>
            <a:lvl8pPr marR="0" lvl="7"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8pPr>
            <a:lvl9pPr marR="0" lvl="8" algn="ctr" rtl="0">
              <a:lnSpc>
                <a:spcPct val="100000"/>
              </a:lnSpc>
              <a:spcBef>
                <a:spcPts val="0"/>
              </a:spcBef>
              <a:spcAft>
                <a:spcPts val="0"/>
              </a:spcAft>
              <a:buClr>
                <a:schemeClr val="accent1"/>
              </a:buClr>
              <a:buSzPts val="2800"/>
              <a:buFont typeface="Ramabhadra"/>
              <a:buNone/>
              <a:defRPr sz="2800" b="1" i="0" u="none" strike="noStrike" cap="none">
                <a:solidFill>
                  <a:schemeClr val="accent1"/>
                </a:solidFill>
                <a:latin typeface="Ramabhadra"/>
                <a:ea typeface="Ramabhadra"/>
                <a:cs typeface="Ramabhadra"/>
                <a:sym typeface="Ramabhadra"/>
              </a:defRPr>
            </a:lvl9pPr>
          </a:lstStyle>
          <a:p>
            <a:r>
              <a:rPr lang="en-IN" b="1" dirty="0">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36E5B090-4B3E-CD4F-62F6-194C908AF0BF}"/>
              </a:ext>
            </a:extLst>
          </p:cNvPr>
          <p:cNvSpPr txBox="1"/>
          <p:nvPr/>
        </p:nvSpPr>
        <p:spPr>
          <a:xfrm>
            <a:off x="1104057" y="1089976"/>
            <a:ext cx="7179972" cy="3631763"/>
          </a:xfrm>
          <a:prstGeom prst="rect">
            <a:avLst/>
          </a:prstGeom>
          <a:noFill/>
        </p:spPr>
        <p:txBody>
          <a:bodyPr wrap="square" rtlCol="0">
            <a:spAutoFit/>
          </a:bodyPr>
          <a:lstStyle/>
          <a:p>
            <a:pPr marL="342900" indent="-342900" algn="just">
              <a:lnSpc>
                <a:spcPct val="150000"/>
              </a:lnSpc>
              <a:buFont typeface="+mj-lt"/>
              <a:buAutoNum type="arabicPeriod" startAt="3"/>
            </a:pPr>
            <a:r>
              <a:rPr lang="en-US" sz="1600" b="1" dirty="0">
                <a:latin typeface="Times New Roman" panose="02020603050405020304" pitchFamily="18" charset="0"/>
                <a:cs typeface="Times New Roman" panose="02020603050405020304" pitchFamily="18" charset="0"/>
              </a:rPr>
              <a:t>Najihah, R., &amp; </a:t>
            </a:r>
            <a:r>
              <a:rPr lang="en-US" sz="1600" b="1" dirty="0" err="1">
                <a:latin typeface="Times New Roman" panose="02020603050405020304" pitchFamily="18" charset="0"/>
                <a:cs typeface="Times New Roman" panose="02020603050405020304" pitchFamily="18" charset="0"/>
              </a:rPr>
              <a:t>Marimin</a:t>
            </a:r>
            <a:r>
              <a:rPr lang="en-US" sz="1600" b="1" dirty="0">
                <a:latin typeface="Times New Roman" panose="02020603050405020304" pitchFamily="18" charset="0"/>
                <a:cs typeface="Times New Roman" panose="02020603050405020304" pitchFamily="18" charset="0"/>
              </a:rPr>
              <a:t>. (2015). </a:t>
            </a:r>
            <a:r>
              <a:rPr lang="en-US" sz="1600" dirty="0" err="1">
                <a:latin typeface="Times New Roman" panose="02020603050405020304" pitchFamily="18" charset="0"/>
                <a:cs typeface="Times New Roman" panose="02020603050405020304" pitchFamily="18" charset="0"/>
              </a:rPr>
              <a:t>Pengaruh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Motivasi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Belajar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Siswa</a:t>
            </a:r>
            <a:r>
              <a:rPr lang="en-US" sz="1600" dirty="0">
                <a:latin typeface="Times New Roman" panose="02020603050405020304" pitchFamily="18" charset="0"/>
                <a:cs typeface="Times New Roman" panose="02020603050405020304" pitchFamily="18" charset="0"/>
              </a:rPr>
              <a:t> dan </a:t>
            </a:r>
            <a:r>
              <a:rPr lang="en-US" sz="1600" dirty="0" err="1">
                <a:latin typeface="Times New Roman" panose="02020603050405020304" pitchFamily="18" charset="0"/>
                <a:cs typeface="Times New Roman" panose="02020603050405020304" pitchFamily="18" charset="0"/>
              </a:rPr>
              <a:t>Penggunaan</a:t>
            </a:r>
            <a:r>
              <a:rPr lang="en-US" sz="1600" dirty="0">
                <a:latin typeface="Times New Roman" panose="02020603050405020304" pitchFamily="18" charset="0"/>
                <a:cs typeface="Times New Roman" panose="02020603050405020304" pitchFamily="18" charset="0"/>
              </a:rPr>
              <a:t> Media Typing Master </a:t>
            </a:r>
            <a:r>
              <a:rPr lang="en-US" sz="1600" dirty="0" err="1">
                <a:latin typeface="Times New Roman" panose="02020603050405020304" pitchFamily="18" charset="0"/>
                <a:cs typeface="Times New Roman" panose="02020603050405020304" pitchFamily="18" charset="0"/>
              </a:rPr>
              <a:t>terhadap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Keterampilan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Mengetik</a:t>
            </a:r>
            <a:r>
              <a:rPr lang="en-US" sz="1600" dirty="0">
                <a:latin typeface="Times New Roman" panose="02020603050405020304" pitchFamily="18" charset="0"/>
                <a:cs typeface="Times New Roman" panose="02020603050405020304" pitchFamily="18" charset="0"/>
              </a:rPr>
              <a:t> 10 Jari Buta pada Mata </a:t>
            </a:r>
            <a:r>
              <a:rPr lang="en-US" sz="1600" dirty="0" err="1">
                <a:latin typeface="Times New Roman" panose="02020603050405020304" pitchFamily="18" charset="0"/>
                <a:cs typeface="Times New Roman" panose="02020603050405020304" pitchFamily="18" charset="0"/>
              </a:rPr>
              <a:t>Diklat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Otomatisasi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Perkantoran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Kelas</a:t>
            </a:r>
            <a:r>
              <a:rPr lang="en-US" sz="1600" dirty="0">
                <a:latin typeface="Times New Roman" panose="02020603050405020304" pitchFamily="18" charset="0"/>
                <a:cs typeface="Times New Roman" panose="02020603050405020304" pitchFamily="18" charset="0"/>
              </a:rPr>
              <a:t> X AP di SMK </a:t>
            </a:r>
            <a:r>
              <a:rPr lang="en-US" sz="1600" dirty="0" err="1">
                <a:latin typeface="Times New Roman" panose="02020603050405020304" pitchFamily="18" charset="0"/>
                <a:cs typeface="Times New Roman" panose="02020603050405020304" pitchFamily="18" charset="0"/>
              </a:rPr>
              <a:t>Palebon</a:t>
            </a:r>
            <a:r>
              <a:rPr lang="en-US" sz="1600" dirty="0">
                <a:latin typeface="Times New Roman" panose="02020603050405020304" pitchFamily="18" charset="0"/>
                <a:cs typeface="Times New Roman" panose="02020603050405020304" pitchFamily="18" charset="0"/>
              </a:rPr>
              <a:t> Semarang. </a:t>
            </a:r>
            <a:r>
              <a:rPr lang="en-US" sz="1600" dirty="0">
                <a:highlight>
                  <a:srgbClr val="FFFF00"/>
                </a:highlight>
                <a:latin typeface="Times New Roman" panose="02020603050405020304" pitchFamily="18" charset="0"/>
                <a:cs typeface="Times New Roman" panose="02020603050405020304" pitchFamily="18" charset="0"/>
              </a:rPr>
              <a:t>Economic Education Analysis Journal</a:t>
            </a:r>
            <a:r>
              <a:rPr lang="en-US" sz="1600" dirty="0">
                <a:latin typeface="Times New Roman" panose="02020603050405020304" pitchFamily="18" charset="0"/>
                <a:cs typeface="Times New Roman" panose="02020603050405020304" pitchFamily="18" charset="0"/>
              </a:rPr>
              <a:t>, 4(2), 318–331.</a:t>
            </a:r>
          </a:p>
          <a:p>
            <a:pPr marL="342900" indent="-342900" algn="just">
              <a:lnSpc>
                <a:spcPct val="150000"/>
              </a:lnSpc>
              <a:buFont typeface="+mj-lt"/>
              <a:buAutoNum type="arabicPeriod" startAt="3"/>
            </a:pPr>
            <a:endParaRPr lang="en-US" sz="1600"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startAt="3"/>
            </a:pPr>
            <a:r>
              <a:rPr lang="en-US" sz="1600" b="1" dirty="0" err="1">
                <a:latin typeface="Times New Roman" panose="02020603050405020304" pitchFamily="18" charset="0"/>
                <a:cs typeface="Times New Roman" panose="02020603050405020304" pitchFamily="18" charset="0"/>
              </a:rPr>
              <a:t>Hidayati</a:t>
            </a:r>
            <a:r>
              <a:rPr lang="en-US" sz="1600" b="1" dirty="0">
                <a:latin typeface="Times New Roman" panose="02020603050405020304" pitchFamily="18" charset="0"/>
                <a:cs typeface="Times New Roman" panose="02020603050405020304" pitchFamily="18" charset="0"/>
              </a:rPr>
              <a:t>, N. A., &amp; </a:t>
            </a:r>
            <a:r>
              <a:rPr lang="en-US" sz="1600" b="1" dirty="0" err="1">
                <a:latin typeface="Times New Roman" panose="02020603050405020304" pitchFamily="18" charset="0"/>
                <a:cs typeface="Times New Roman" panose="02020603050405020304" pitchFamily="18" charset="0"/>
              </a:rPr>
              <a:t>Pramusinto</a:t>
            </a:r>
            <a:r>
              <a:rPr lang="en-US" sz="1600" b="1" dirty="0">
                <a:latin typeface="Times New Roman" panose="02020603050405020304" pitchFamily="18" charset="0"/>
                <a:cs typeface="Times New Roman" panose="02020603050405020304" pitchFamily="18" charset="0"/>
              </a:rPr>
              <a:t>, H. (2017). </a:t>
            </a:r>
            <a:r>
              <a:rPr lang="en-US" sz="1600" dirty="0" err="1">
                <a:latin typeface="Times New Roman" panose="02020603050405020304" pitchFamily="18" charset="0"/>
                <a:cs typeface="Times New Roman" panose="02020603050405020304" pitchFamily="18" charset="0"/>
              </a:rPr>
              <a:t>Pengaruh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Disiplin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Belajar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Fasilitas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Belajar</a:t>
            </a:r>
            <a:r>
              <a:rPr lang="en-US" sz="1600" dirty="0">
                <a:latin typeface="Times New Roman" panose="02020603050405020304" pitchFamily="18" charset="0"/>
                <a:cs typeface="Times New Roman" panose="02020603050405020304" pitchFamily="18" charset="0"/>
              </a:rPr>
              <a:t>, dan </a:t>
            </a:r>
            <a:r>
              <a:rPr lang="en-US" sz="1600" dirty="0" err="1">
                <a:latin typeface="Times New Roman" panose="02020603050405020304" pitchFamily="18" charset="0"/>
                <a:cs typeface="Times New Roman" panose="02020603050405020304" pitchFamily="18" charset="0"/>
              </a:rPr>
              <a:t>Penggunaan</a:t>
            </a:r>
            <a:r>
              <a:rPr lang="en-US" sz="1600" dirty="0">
                <a:latin typeface="Times New Roman" panose="02020603050405020304" pitchFamily="18" charset="0"/>
                <a:cs typeface="Times New Roman" panose="02020603050405020304" pitchFamily="18" charset="0"/>
              </a:rPr>
              <a:t> Media Typing Master </a:t>
            </a:r>
            <a:r>
              <a:rPr lang="en-US" sz="1600" dirty="0" err="1">
                <a:latin typeface="Times New Roman" panose="02020603050405020304" pitchFamily="18" charset="0"/>
                <a:cs typeface="Times New Roman" panose="02020603050405020304" pitchFamily="18" charset="0"/>
              </a:rPr>
              <a:t>terhadap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Kecepatan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Mengetik</a:t>
            </a:r>
            <a:r>
              <a:rPr lang="en-US" sz="1600" dirty="0">
                <a:latin typeface="Times New Roman" panose="02020603050405020304" pitchFamily="18" charset="0"/>
                <a:cs typeface="Times New Roman" panose="02020603050405020304" pitchFamily="18" charset="0"/>
              </a:rPr>
              <a:t> 10 Jari Buta pada </a:t>
            </a:r>
            <a:r>
              <a:rPr lang="en-US" sz="1600" dirty="0" err="1">
                <a:latin typeface="Times New Roman" panose="02020603050405020304" pitchFamily="18" charset="0"/>
                <a:cs typeface="Times New Roman" panose="02020603050405020304" pitchFamily="18" charset="0"/>
              </a:rPr>
              <a:t>Siswa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Kelas</a:t>
            </a:r>
            <a:r>
              <a:rPr lang="en-US" sz="1600" dirty="0">
                <a:latin typeface="Times New Roman" panose="02020603050405020304" pitchFamily="18" charset="0"/>
                <a:cs typeface="Times New Roman" panose="02020603050405020304" pitchFamily="18" charset="0"/>
              </a:rPr>
              <a:t> X SMK PGRI 1 </a:t>
            </a:r>
            <a:r>
              <a:rPr lang="en-US" sz="1600" dirty="0" err="1">
                <a:latin typeface="Times New Roman" panose="02020603050405020304" pitchFamily="18" charset="0"/>
                <a:cs typeface="Times New Roman" panose="02020603050405020304" pitchFamily="18" charset="0"/>
              </a:rPr>
              <a:t>Mejobo</a:t>
            </a:r>
            <a:r>
              <a:rPr lang="en-US" sz="1600" dirty="0">
                <a:latin typeface="Times New Roman" panose="02020603050405020304" pitchFamily="18" charset="0"/>
                <a:cs typeface="Times New Roman" panose="02020603050405020304" pitchFamily="18" charset="0"/>
              </a:rPr>
              <a:t> Kudus. </a:t>
            </a:r>
            <a:r>
              <a:rPr lang="en-US" sz="1600" dirty="0">
                <a:highlight>
                  <a:srgbClr val="FFFF00"/>
                </a:highlight>
                <a:latin typeface="Times New Roman" panose="02020603050405020304" pitchFamily="18" charset="0"/>
                <a:cs typeface="Times New Roman" panose="02020603050405020304" pitchFamily="18" charset="0"/>
              </a:rPr>
              <a:t>Economic Education Analysis Journal</a:t>
            </a:r>
            <a:r>
              <a:rPr lang="en-US" sz="1600" dirty="0">
                <a:latin typeface="Times New Roman" panose="02020603050405020304" pitchFamily="18" charset="0"/>
                <a:cs typeface="Times New Roman" panose="02020603050405020304" pitchFamily="18" charset="0"/>
              </a:rPr>
              <a:t>, 6(1), 150–160.</a:t>
            </a:r>
            <a:endParaRPr lang="en-US" altLang="en-US" sz="16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32065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pic>
        <p:nvPicPr>
          <p:cNvPr id="21" name="Picture 20">
            <a:extLst>
              <a:ext uri="{FF2B5EF4-FFF2-40B4-BE49-F238E27FC236}">
                <a16:creationId xmlns:a16="http://schemas.microsoft.com/office/drawing/2014/main" id="{2A07A6D5-3253-3C7C-50A6-CEEF95BC2C31}"/>
              </a:ext>
            </a:extLst>
          </p:cNvPr>
          <p:cNvPicPr>
            <a:picLocks noChangeAspect="1"/>
          </p:cNvPicPr>
          <p:nvPr/>
        </p:nvPicPr>
        <p:blipFill>
          <a:blip r:embed="rId3"/>
          <a:stretch>
            <a:fillRect/>
          </a:stretch>
        </p:blipFill>
        <p:spPr>
          <a:xfrm>
            <a:off x="740076" y="967611"/>
            <a:ext cx="7663848" cy="3809214"/>
          </a:xfrm>
          <a:prstGeom prst="rect">
            <a:avLst/>
          </a:prstGeom>
        </p:spPr>
      </p:pic>
      <p:sp>
        <p:nvSpPr>
          <p:cNvPr id="22" name="TextBox 21">
            <a:extLst>
              <a:ext uri="{FF2B5EF4-FFF2-40B4-BE49-F238E27FC236}">
                <a16:creationId xmlns:a16="http://schemas.microsoft.com/office/drawing/2014/main" id="{C35EC93D-6E4E-F1D5-BB96-E8426A99A2E8}"/>
              </a:ext>
            </a:extLst>
          </p:cNvPr>
          <p:cNvSpPr txBox="1"/>
          <p:nvPr/>
        </p:nvSpPr>
        <p:spPr>
          <a:xfrm>
            <a:off x="3151207" y="243068"/>
            <a:ext cx="2841586" cy="584775"/>
          </a:xfrm>
          <a:prstGeom prst="rect">
            <a:avLst/>
          </a:prstGeom>
          <a:noFill/>
        </p:spPr>
        <p:txBody>
          <a:bodyPr wrap="square" rtlCol="0">
            <a:spAutoFit/>
          </a:bodyPr>
          <a:lstStyle/>
          <a:p>
            <a:r>
              <a:rPr lang="en-IN" sz="3200" b="1" dirty="0">
                <a:solidFill>
                  <a:schemeClr val="accent1"/>
                </a:solidFill>
                <a:latin typeface="Times New Roman" panose="02020603050405020304" pitchFamily="18" charset="0"/>
                <a:cs typeface="Times New Roman" panose="02020603050405020304" pitchFamily="18" charset="0"/>
              </a:rPr>
              <a:t>WORK DONE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2">
          <a:extLst>
            <a:ext uri="{FF2B5EF4-FFF2-40B4-BE49-F238E27FC236}">
              <a16:creationId xmlns:a16="http://schemas.microsoft.com/office/drawing/2014/main" id="{F1060F18-E244-F27B-EA42-E41B944BF60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CE94BD8-F39B-17A1-CB7D-C4302261E556}"/>
              </a:ext>
            </a:extLst>
          </p:cNvPr>
          <p:cNvSpPr/>
          <p:nvPr/>
        </p:nvSpPr>
        <p:spPr>
          <a:xfrm>
            <a:off x="978061" y="879676"/>
            <a:ext cx="7315200" cy="3929605"/>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35839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2">
          <a:extLst>
            <a:ext uri="{FF2B5EF4-FFF2-40B4-BE49-F238E27FC236}">
              <a16:creationId xmlns:a16="http://schemas.microsoft.com/office/drawing/2014/main" id="{B34BC210-3B41-8F3C-9134-18DACDB87ED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DEEDB31-D28A-C4BE-0EAE-0A6FA44A9EC3}"/>
              </a:ext>
            </a:extLst>
          </p:cNvPr>
          <p:cNvSpPr/>
          <p:nvPr/>
        </p:nvSpPr>
        <p:spPr>
          <a:xfrm>
            <a:off x="978061" y="879676"/>
            <a:ext cx="7315200" cy="3929605"/>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78448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52">
          <a:extLst>
            <a:ext uri="{FF2B5EF4-FFF2-40B4-BE49-F238E27FC236}">
              <a16:creationId xmlns:a16="http://schemas.microsoft.com/office/drawing/2014/main" id="{79E95DA6-F95A-17DA-BF00-8EAD2208D96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94689AE-97F0-A8FA-5CC2-713D1A2F6F19}"/>
              </a:ext>
            </a:extLst>
          </p:cNvPr>
          <p:cNvSpPr/>
          <p:nvPr/>
        </p:nvSpPr>
        <p:spPr>
          <a:xfrm>
            <a:off x="978061" y="879676"/>
            <a:ext cx="7315200" cy="3929605"/>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42532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52">
          <a:extLst>
            <a:ext uri="{FF2B5EF4-FFF2-40B4-BE49-F238E27FC236}">
              <a16:creationId xmlns:a16="http://schemas.microsoft.com/office/drawing/2014/main" id="{7D52CCB5-C626-F7CD-ECC4-F94F8A9E398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376A8D6-F3A4-44E4-74E5-AA6F6B4AB92C}"/>
              </a:ext>
            </a:extLst>
          </p:cNvPr>
          <p:cNvSpPr/>
          <p:nvPr/>
        </p:nvSpPr>
        <p:spPr>
          <a:xfrm>
            <a:off x="978061" y="879676"/>
            <a:ext cx="7315200" cy="3929605"/>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9694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52">
          <a:extLst>
            <a:ext uri="{FF2B5EF4-FFF2-40B4-BE49-F238E27FC236}">
              <a16:creationId xmlns:a16="http://schemas.microsoft.com/office/drawing/2014/main" id="{866366CB-2680-D615-CBD9-0CBC5E71290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DD859AE-77F8-F245-83E4-2A2DB25E77A6}"/>
              </a:ext>
            </a:extLst>
          </p:cNvPr>
          <p:cNvSpPr/>
          <p:nvPr/>
        </p:nvSpPr>
        <p:spPr>
          <a:xfrm>
            <a:off x="978061" y="879676"/>
            <a:ext cx="7315200" cy="3929605"/>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78393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52">
          <a:extLst>
            <a:ext uri="{FF2B5EF4-FFF2-40B4-BE49-F238E27FC236}">
              <a16:creationId xmlns:a16="http://schemas.microsoft.com/office/drawing/2014/main" id="{204B2855-C892-C557-1F5B-567CFEFFA4A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43B347E-ADEA-CBA6-50FB-114B3A6D5541}"/>
              </a:ext>
            </a:extLst>
          </p:cNvPr>
          <p:cNvSpPr/>
          <p:nvPr/>
        </p:nvSpPr>
        <p:spPr>
          <a:xfrm>
            <a:off x="978061" y="879676"/>
            <a:ext cx="7315200" cy="3929605"/>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97030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56"/>
          <p:cNvSpPr txBox="1">
            <a:spLocks noGrp="1"/>
          </p:cNvSpPr>
          <p:nvPr>
            <p:ph type="ctrTitle"/>
          </p:nvPr>
        </p:nvSpPr>
        <p:spPr>
          <a:xfrm>
            <a:off x="2430000" y="2072850"/>
            <a:ext cx="4284000" cy="99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Papyrus" panose="03070502060502030205" pitchFamily="66" charset="0"/>
                <a:cs typeface="Times New Roman" panose="02020603050405020304" pitchFamily="18" charset="0"/>
              </a:rPr>
              <a:t>THANK YOU </a:t>
            </a:r>
            <a:endParaRPr b="1" dirty="0">
              <a:latin typeface="Papyrus" panose="03070502060502030205" pitchFamily="66" charset="0"/>
              <a:cs typeface="Times New Roman" panose="02020603050405020304" pitchFamily="18" charset="0"/>
            </a:endParaRPr>
          </a:p>
        </p:txBody>
      </p:sp>
      <p:sp>
        <p:nvSpPr>
          <p:cNvPr id="2" name="Rectangle 1">
            <a:extLst>
              <a:ext uri="{FF2B5EF4-FFF2-40B4-BE49-F238E27FC236}">
                <a16:creationId xmlns:a16="http://schemas.microsoft.com/office/drawing/2014/main" id="{F667C594-73A2-1CF6-FDB8-6D656F704ACC}"/>
              </a:ext>
            </a:extLst>
          </p:cNvPr>
          <p:cNvSpPr/>
          <p:nvPr/>
        </p:nvSpPr>
        <p:spPr>
          <a:xfrm>
            <a:off x="2025570" y="3327721"/>
            <a:ext cx="5254906" cy="141789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Simple Professional Virtual Meeting by Slidesgo">
  <a:themeElements>
    <a:clrScheme name="Simple Light">
      <a:dk1>
        <a:srgbClr val="000000"/>
      </a:dk1>
      <a:lt1>
        <a:srgbClr val="FFFFFF"/>
      </a:lt1>
      <a:dk2>
        <a:srgbClr val="FFFDFD"/>
      </a:dk2>
      <a:lt2>
        <a:srgbClr val="606060"/>
      </a:lt2>
      <a:accent1>
        <a:srgbClr val="323366"/>
      </a:accent1>
      <a:accent2>
        <a:srgbClr val="004F83"/>
      </a:accent2>
      <a:accent3>
        <a:srgbClr val="FAB403"/>
      </a:accent3>
      <a:accent4>
        <a:srgbClr val="FABE75"/>
      </a:accent4>
      <a:accent5>
        <a:srgbClr val="00373D"/>
      </a:accent5>
      <a:accent6>
        <a:srgbClr val="00929B"/>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891</TotalTime>
  <Words>893</Words>
  <Application>Microsoft Office PowerPoint</Application>
  <PresentationFormat>On-screen Show (16:9)</PresentationFormat>
  <Paragraphs>123</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Montserrat ExtraBold</vt:lpstr>
      <vt:lpstr>Montserrat</vt:lpstr>
      <vt:lpstr>Times New Roman</vt:lpstr>
      <vt:lpstr>Roboto Condensed Light</vt:lpstr>
      <vt:lpstr>Raleway Medium</vt:lpstr>
      <vt:lpstr>Ramabhadra</vt:lpstr>
      <vt:lpstr>Arial</vt:lpstr>
      <vt:lpstr>Raleway</vt:lpstr>
      <vt:lpstr>Papyrus</vt:lpstr>
      <vt:lpstr>Simple Professional Virtual Meeting by Slidesgo</vt:lpstr>
      <vt:lpstr>TYPE GENIUS : SMART TYPING EVALUATOR</vt:lpstr>
      <vt:lpstr>CONTENTS</vt:lpstr>
      <vt:lpstr>INTRODUCTION</vt:lpstr>
      <vt:lpstr>PROBLEM STATEMENT</vt:lpstr>
      <vt:lpstr>PROPOSED SOLUTIONS</vt:lpstr>
      <vt:lpstr>LITERATURE SURVEY</vt:lpstr>
      <vt:lpstr>LITERATURE SURVEY</vt:lpstr>
      <vt:lpstr>OBJECTIVES</vt:lpstr>
      <vt:lpstr>IMPLEMENTATION</vt:lpstr>
      <vt:lpstr>MODULES</vt:lpstr>
      <vt:lpstr>BLOCK DIAGRAM</vt:lpstr>
      <vt:lpstr>BEGINNER</vt:lpstr>
      <vt:lpstr>EVALUATION RESULT</vt:lpstr>
      <vt:lpstr>CONCLUSION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Krishna Kulkarni</cp:lastModifiedBy>
  <cp:revision>25</cp:revision>
  <dcterms:modified xsi:type="dcterms:W3CDTF">2026-01-05T17:26:43Z</dcterms:modified>
</cp:coreProperties>
</file>