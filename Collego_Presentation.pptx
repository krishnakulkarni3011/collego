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301" r:id="rId3"/>
    <p:sldId id="305" r:id="rId4"/>
    <p:sldId id="262" r:id="rId5"/>
    <p:sldId id="258" r:id="rId6"/>
    <p:sldId id="265" r:id="rId7"/>
    <p:sldId id="259" r:id="rId8"/>
    <p:sldId id="310" r:id="rId9"/>
    <p:sldId id="264" r:id="rId10"/>
    <p:sldId id="279" r:id="rId11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ExtraBold" panose="00000900000000000000" pitchFamily="2" charset="0"/>
      <p:bold r:id="rId17"/>
      <p:boldItalic r:id="rId18"/>
    </p:embeddedFont>
    <p:embeddedFont>
      <p:font typeface="Papyrus" panose="03070502060502030205" pitchFamily="66" charset="0"/>
      <p:regular r:id="rId19"/>
    </p:embeddedFont>
    <p:embeddedFont>
      <p:font typeface="Raleway" pitchFamily="2" charset="0"/>
      <p:regular r:id="rId20"/>
      <p:bold r:id="rId21"/>
      <p:italic r:id="rId22"/>
      <p:boldItalic r:id="rId23"/>
    </p:embeddedFont>
    <p:embeddedFont>
      <p:font typeface="Raleway Medium" pitchFamily="2" charset="0"/>
      <p:regular r:id="rId24"/>
      <p:bold r:id="rId25"/>
      <p:italic r:id="rId26"/>
      <p:boldItalic r:id="rId27"/>
    </p:embeddedFont>
    <p:embeddedFont>
      <p:font typeface="Ramabhadra" panose="020B0604020202020204" charset="0"/>
      <p:regular r:id="rId28"/>
    </p:embeddedFont>
    <p:embeddedFont>
      <p:font typeface="Roboto Condensed Light" panose="02000000000000000000" pitchFamily="2" charset="0"/>
      <p:regular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4F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13BE3F-CC8F-4AC6-96D3-6D59282F6A67}">
  <a:tblStyle styleId="{6213BE3F-CC8F-4AC6-96D3-6D59282F6A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Kulkarni" userId="83f42ff39b4c8068" providerId="LiveId" clId="{07C3769F-D559-4CEA-A537-B3F25CF6C36B}"/>
    <pc:docChg chg="delSld modSld">
      <pc:chgData name="Krishna Kulkarni" userId="83f42ff39b4c8068" providerId="LiveId" clId="{07C3769F-D559-4CEA-A537-B3F25CF6C36B}" dt="2026-01-05T17:26:41.823" v="80" actId="1076"/>
      <pc:docMkLst>
        <pc:docMk/>
      </pc:docMkLst>
      <pc:sldChg chg="del">
        <pc:chgData name="Krishna Kulkarni" userId="83f42ff39b4c8068" providerId="LiveId" clId="{07C3769F-D559-4CEA-A537-B3F25CF6C36B}" dt="2026-01-05T09:51:21.621" v="0" actId="47"/>
        <pc:sldMkLst>
          <pc:docMk/>
          <pc:sldMk cId="0" sldId="275"/>
        </pc:sldMkLst>
      </pc:sldChg>
      <pc:sldChg chg="modSp mod">
        <pc:chgData name="Krishna Kulkarni" userId="83f42ff39b4c8068" providerId="LiveId" clId="{07C3769F-D559-4CEA-A537-B3F25CF6C36B}" dt="2026-01-05T17:26:41.823" v="80" actId="1076"/>
        <pc:sldMkLst>
          <pc:docMk/>
          <pc:sldMk cId="889298232" sldId="310"/>
        </pc:sldMkLst>
        <pc:spChg chg="mod">
          <ac:chgData name="Krishna Kulkarni" userId="83f42ff39b4c8068" providerId="LiveId" clId="{07C3769F-D559-4CEA-A537-B3F25CF6C36B}" dt="2026-01-05T17:26:41.823" v="80" actId="1076"/>
          <ac:spMkLst>
            <pc:docMk/>
            <pc:sldMk cId="889298232" sldId="310"/>
            <ac:spMk id="2" creationId="{5555ECFE-3F93-DDD0-F45E-3EB6A8BB4D17}"/>
          </ac:spMkLst>
        </pc:spChg>
      </pc:sldChg>
      <pc:sldMasterChg chg="delSldLayout">
        <pc:chgData name="Krishna Kulkarni" userId="83f42ff39b4c8068" providerId="LiveId" clId="{07C3769F-D559-4CEA-A537-B3F25CF6C36B}" dt="2026-01-05T09:51:21.621" v="0" actId="47"/>
        <pc:sldMasterMkLst>
          <pc:docMk/>
          <pc:sldMasterMk cId="0" sldId="2147483678"/>
        </pc:sldMasterMkLst>
        <pc:sldLayoutChg chg="del">
          <pc:chgData name="Krishna Kulkarni" userId="83f42ff39b4c8068" providerId="LiveId" clId="{07C3769F-D559-4CEA-A537-B3F25CF6C36B}" dt="2026-01-05T09:51:21.621" v="0" actId="47"/>
          <pc:sldLayoutMkLst>
            <pc:docMk/>
            <pc:sldMasterMk cId="0" sldId="2147483678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ec13231a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ec13231a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>
          <a:extLst>
            <a:ext uri="{FF2B5EF4-FFF2-40B4-BE49-F238E27FC236}">
              <a16:creationId xmlns:a16="http://schemas.microsoft.com/office/drawing/2014/main" id="{19D0ECD8-1D29-82D7-6052-80F97D923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eb856e698b_1_1:notes">
            <a:extLst>
              <a:ext uri="{FF2B5EF4-FFF2-40B4-BE49-F238E27FC236}">
                <a16:creationId xmlns:a16="http://schemas.microsoft.com/office/drawing/2014/main" id="{38C616CE-444A-3BB9-8A02-E9D615678D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eb856e698b_1_1:notes">
            <a:extLst>
              <a:ext uri="{FF2B5EF4-FFF2-40B4-BE49-F238E27FC236}">
                <a16:creationId xmlns:a16="http://schemas.microsoft.com/office/drawing/2014/main" id="{A8D94412-A606-6201-0725-50D051E7D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950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>
          <a:extLst>
            <a:ext uri="{FF2B5EF4-FFF2-40B4-BE49-F238E27FC236}">
              <a16:creationId xmlns:a16="http://schemas.microsoft.com/office/drawing/2014/main" id="{45AEFC92-A90F-03CB-4193-4F07DB6E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eb856e698b_1_1:notes">
            <a:extLst>
              <a:ext uri="{FF2B5EF4-FFF2-40B4-BE49-F238E27FC236}">
                <a16:creationId xmlns:a16="http://schemas.microsoft.com/office/drawing/2014/main" id="{61F4F5D1-8C56-9940-0D5C-B4D4EE3E9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eb856e698b_1_1:notes">
            <a:extLst>
              <a:ext uri="{FF2B5EF4-FFF2-40B4-BE49-F238E27FC236}">
                <a16:creationId xmlns:a16="http://schemas.microsoft.com/office/drawing/2014/main" id="{9D565D8E-8F84-2147-0191-4FE431D86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866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ec17fd1298_5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ec17fd1298_5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eb856e698b_2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eb856e698b_2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eb856e698b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eb856e698b_2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eb856e698b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eb856e698b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391F8B62-DC40-3C30-CE8B-AC7FE63D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b856e698b_2_8:notes">
            <a:extLst>
              <a:ext uri="{FF2B5EF4-FFF2-40B4-BE49-F238E27FC236}">
                <a16:creationId xmlns:a16="http://schemas.microsoft.com/office/drawing/2014/main" id="{64F1958D-D92F-669E-579C-F73C558315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b856e698b_2_8:notes">
            <a:extLst>
              <a:ext uri="{FF2B5EF4-FFF2-40B4-BE49-F238E27FC236}">
                <a16:creationId xmlns:a16="http://schemas.microsoft.com/office/drawing/2014/main" id="{D4A9AE98-7687-B25A-C04C-14AC80467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9111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ec17fd1298_5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ec17fd1298_5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eb856e698b_2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eb856e698b_2_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808800"/>
            <a:ext cx="6963000" cy="13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4200" b="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215340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0" y="247559"/>
            <a:ext cx="9805025" cy="5052141"/>
            <a:chOff x="0" y="247559"/>
            <a:chExt cx="9805025" cy="5052141"/>
          </a:xfrm>
        </p:grpSpPr>
        <p:sp>
          <p:nvSpPr>
            <p:cNvPr id="23" name="Google Shape;23;p4"/>
            <p:cNvSpPr/>
            <p:nvPr/>
          </p:nvSpPr>
          <p:spPr>
            <a:xfrm flipH="1">
              <a:off x="6795125" y="4608500"/>
              <a:ext cx="3009900" cy="691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" name="Google Shape;24;p4"/>
            <p:cNvCxnSpPr/>
            <p:nvPr/>
          </p:nvCxnSpPr>
          <p:spPr>
            <a:xfrm>
              <a:off x="0" y="247559"/>
              <a:ext cx="1577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Google Shape;25;p4"/>
            <p:cNvSpPr/>
            <p:nvPr/>
          </p:nvSpPr>
          <p:spPr>
            <a:xfrm>
              <a:off x="8076775" y="4041350"/>
              <a:ext cx="1623254" cy="771653"/>
            </a:xfrm>
            <a:custGeom>
              <a:avLst/>
              <a:gdLst/>
              <a:ahLst/>
              <a:cxnLst/>
              <a:rect l="l" t="t" r="r" b="b"/>
              <a:pathLst>
                <a:path w="21766" h="10347" extrusionOk="0">
                  <a:moveTo>
                    <a:pt x="4787" y="1417"/>
                  </a:moveTo>
                  <a:lnTo>
                    <a:pt x="1" y="10347"/>
                  </a:lnTo>
                  <a:lnTo>
                    <a:pt x="16217" y="10347"/>
                  </a:lnTo>
                  <a:lnTo>
                    <a:pt x="21765" y="0"/>
                  </a:lnTo>
                  <a:lnTo>
                    <a:pt x="7156" y="0"/>
                  </a:lnTo>
                  <a:cubicBezTo>
                    <a:pt x="6168" y="0"/>
                    <a:pt x="5251" y="548"/>
                    <a:pt x="4787" y="14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AutoNum type="arabicPeriod"/>
              <a:defRPr>
                <a:solidFill>
                  <a:srgbClr val="434343"/>
                </a:solidFill>
              </a:defRPr>
            </a:lvl1pPr>
            <a:lvl2pPr marL="914400" lvl="1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25908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25907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6"/>
          <p:cNvGrpSpPr/>
          <p:nvPr/>
        </p:nvGrpSpPr>
        <p:grpSpPr>
          <a:xfrm>
            <a:off x="-373762" y="-87587"/>
            <a:ext cx="9942450" cy="5327175"/>
            <a:chOff x="-367875" y="0"/>
            <a:chExt cx="9942450" cy="5327175"/>
          </a:xfrm>
        </p:grpSpPr>
        <p:sp>
          <p:nvSpPr>
            <p:cNvPr id="41" name="Google Shape;41;p6"/>
            <p:cNvSpPr/>
            <p:nvPr/>
          </p:nvSpPr>
          <p:spPr>
            <a:xfrm flipH="1">
              <a:off x="8" y="0"/>
              <a:ext cx="1786242" cy="1144831"/>
            </a:xfrm>
            <a:custGeom>
              <a:avLst/>
              <a:gdLst/>
              <a:ahLst/>
              <a:cxnLst/>
              <a:rect l="l" t="t" r="r" b="b"/>
              <a:pathLst>
                <a:path w="25100" h="16087" extrusionOk="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-139600" y="1021150"/>
              <a:ext cx="1136777" cy="306906"/>
            </a:xfrm>
            <a:custGeom>
              <a:avLst/>
              <a:gdLst/>
              <a:ahLst/>
              <a:cxnLst/>
              <a:rect l="l" t="t" r="r" b="b"/>
              <a:pathLst>
                <a:path w="22361" h="6037" extrusionOk="0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367875" y="1234875"/>
              <a:ext cx="1136777" cy="306906"/>
            </a:xfrm>
            <a:custGeom>
              <a:avLst/>
              <a:gdLst/>
              <a:ahLst/>
              <a:cxnLst/>
              <a:rect l="l" t="t" r="r" b="b"/>
              <a:pathLst>
                <a:path w="22361" h="6037" extrusionOk="0">
                  <a:moveTo>
                    <a:pt x="19337" y="6037"/>
                  </a:moveTo>
                  <a:lnTo>
                    <a:pt x="3025" y="6037"/>
                  </a:lnTo>
                  <a:cubicBezTo>
                    <a:pt x="1358" y="6037"/>
                    <a:pt x="1" y="4679"/>
                    <a:pt x="1" y="3013"/>
                  </a:cubicBezTo>
                  <a:lnTo>
                    <a:pt x="1" y="3013"/>
                  </a:lnTo>
                  <a:cubicBezTo>
                    <a:pt x="1" y="1346"/>
                    <a:pt x="1358" y="0"/>
                    <a:pt x="3025" y="0"/>
                  </a:cubicBezTo>
                  <a:lnTo>
                    <a:pt x="19337" y="0"/>
                  </a:lnTo>
                  <a:cubicBezTo>
                    <a:pt x="21004" y="0"/>
                    <a:pt x="22361" y="1346"/>
                    <a:pt x="22361" y="3013"/>
                  </a:cubicBezTo>
                  <a:lnTo>
                    <a:pt x="22361" y="3013"/>
                  </a:lnTo>
                  <a:cubicBezTo>
                    <a:pt x="22361" y="4679"/>
                    <a:pt x="21004" y="6037"/>
                    <a:pt x="19337" y="603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8588475" y="3651375"/>
              <a:ext cx="986100" cy="1675800"/>
            </a:xfrm>
            <a:prstGeom prst="round2SameRect">
              <a:avLst>
                <a:gd name="adj1" fmla="val 16667"/>
                <a:gd name="adj2" fmla="val 0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5185052" y="810537"/>
            <a:ext cx="5423976" cy="32419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/>
          <p:nvPr/>
        </p:nvSpPr>
        <p:spPr>
          <a:xfrm rot="10800000">
            <a:off x="7762800" y="-119175"/>
            <a:ext cx="1381200" cy="20235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9"/>
          <p:cNvSpPr/>
          <p:nvPr/>
        </p:nvSpPr>
        <p:spPr>
          <a:xfrm rot="10800000" flipH="1">
            <a:off x="6943304" y="2560037"/>
            <a:ext cx="2200736" cy="2583466"/>
          </a:xfrm>
          <a:custGeom>
            <a:avLst/>
            <a:gdLst/>
            <a:ahLst/>
            <a:cxnLst/>
            <a:rect l="l" t="t" r="r" b="b"/>
            <a:pathLst>
              <a:path w="30112" h="35350" extrusionOk="0">
                <a:moveTo>
                  <a:pt x="30111" y="0"/>
                </a:moveTo>
                <a:lnTo>
                  <a:pt x="0" y="0"/>
                </a:lnTo>
                <a:lnTo>
                  <a:pt x="17169" y="32016"/>
                </a:lnTo>
                <a:cubicBezTo>
                  <a:pt x="18265" y="34064"/>
                  <a:pt x="20408" y="35350"/>
                  <a:pt x="22753" y="35350"/>
                </a:cubicBezTo>
                <a:lnTo>
                  <a:pt x="30111" y="35350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6723450" y="3680725"/>
            <a:ext cx="1313592" cy="1462763"/>
          </a:xfrm>
          <a:custGeom>
            <a:avLst/>
            <a:gdLst/>
            <a:ahLst/>
            <a:cxnLst/>
            <a:rect l="l" t="t" r="r" b="b"/>
            <a:pathLst>
              <a:path w="26004" h="28957" extrusionOk="0">
                <a:moveTo>
                  <a:pt x="16931" y="1"/>
                </a:moveTo>
                <a:cubicBezTo>
                  <a:pt x="16062" y="1"/>
                  <a:pt x="15276" y="477"/>
                  <a:pt x="14871" y="1239"/>
                </a:cubicBezTo>
                <a:lnTo>
                  <a:pt x="0" y="28957"/>
                </a:lnTo>
                <a:lnTo>
                  <a:pt x="11490" y="28957"/>
                </a:lnTo>
                <a:lnTo>
                  <a:pt x="25182" y="3418"/>
                </a:lnTo>
                <a:cubicBezTo>
                  <a:pt x="26003" y="1870"/>
                  <a:pt x="24872" y="1"/>
                  <a:pt x="2311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6" name="Google Shape;66;p9"/>
          <p:cNvCxnSpPr/>
          <p:nvPr/>
        </p:nvCxnSpPr>
        <p:spPr>
          <a:xfrm rot="10800000" flipH="1">
            <a:off x="7027600" y="2440309"/>
            <a:ext cx="803700" cy="1498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715100" y="1358400"/>
            <a:ext cx="3838200" cy="12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 sz="4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715100" y="2610900"/>
            <a:ext cx="38382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"/>
          <p:cNvGrpSpPr/>
          <p:nvPr/>
        </p:nvGrpSpPr>
        <p:grpSpPr>
          <a:xfrm>
            <a:off x="0" y="0"/>
            <a:ext cx="9169942" cy="5152382"/>
            <a:chOff x="0" y="0"/>
            <a:chExt cx="9169942" cy="5152382"/>
          </a:xfrm>
        </p:grpSpPr>
        <p:sp>
          <p:nvSpPr>
            <p:cNvPr id="84" name="Google Shape;84;p13"/>
            <p:cNvSpPr/>
            <p:nvPr/>
          </p:nvSpPr>
          <p:spPr>
            <a:xfrm>
              <a:off x="7291225" y="2826975"/>
              <a:ext cx="1852769" cy="2325407"/>
            </a:xfrm>
            <a:custGeom>
              <a:avLst/>
              <a:gdLst/>
              <a:ahLst/>
              <a:cxnLst/>
              <a:rect l="l" t="t" r="r" b="b"/>
              <a:pathLst>
                <a:path w="54234" h="68069" extrusionOk="0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 rot="10800000">
              <a:off x="0" y="0"/>
              <a:ext cx="1852769" cy="2325407"/>
            </a:xfrm>
            <a:custGeom>
              <a:avLst/>
              <a:gdLst/>
              <a:ahLst/>
              <a:cxnLst/>
              <a:rect l="l" t="t" r="r" b="b"/>
              <a:pathLst>
                <a:path w="54234" h="68069" extrusionOk="0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0" y="0"/>
              <a:ext cx="839392" cy="934332"/>
            </a:xfrm>
            <a:custGeom>
              <a:avLst/>
              <a:gdLst/>
              <a:ahLst/>
              <a:cxnLst/>
              <a:rect l="l" t="t" r="r" b="b"/>
              <a:pathLst>
                <a:path w="13884" h="15455" extrusionOk="0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 rot="10800000">
              <a:off x="8330550" y="4218050"/>
              <a:ext cx="839392" cy="934332"/>
            </a:xfrm>
            <a:custGeom>
              <a:avLst/>
              <a:gdLst/>
              <a:ahLst/>
              <a:cxnLst/>
              <a:rect l="l" t="t" r="r" b="b"/>
              <a:pathLst>
                <a:path w="13884" h="15455" extrusionOk="0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8" name="Google Shape;88;p13"/>
            <p:cNvCxnSpPr/>
            <p:nvPr/>
          </p:nvCxnSpPr>
          <p:spPr>
            <a:xfrm rot="10800000" flipH="1">
              <a:off x="456175" y="677234"/>
              <a:ext cx="803700" cy="14985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13"/>
            <p:cNvCxnSpPr/>
            <p:nvPr/>
          </p:nvCxnSpPr>
          <p:spPr>
            <a:xfrm rot="10800000" flipH="1">
              <a:off x="7900850" y="2989309"/>
              <a:ext cx="803700" cy="14985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2751500" y="3088700"/>
            <a:ext cx="36405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837600" y="1522900"/>
            <a:ext cx="7468800" cy="15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720000" y="273078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1"/>
          </p:nvPr>
        </p:nvSpPr>
        <p:spPr>
          <a:xfrm>
            <a:off x="720000" y="325848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title" idx="2"/>
          </p:nvPr>
        </p:nvSpPr>
        <p:spPr>
          <a:xfrm>
            <a:off x="3403800" y="273078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ubTitle" idx="3"/>
          </p:nvPr>
        </p:nvSpPr>
        <p:spPr>
          <a:xfrm>
            <a:off x="3403800" y="325848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title" idx="4"/>
          </p:nvPr>
        </p:nvSpPr>
        <p:spPr>
          <a:xfrm>
            <a:off x="6087600" y="273078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ubTitle" idx="5"/>
          </p:nvPr>
        </p:nvSpPr>
        <p:spPr>
          <a:xfrm>
            <a:off x="6087600" y="325848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 idx="6"/>
          </p:nvPr>
        </p:nvSpPr>
        <p:spPr>
          <a:xfrm>
            <a:off x="715050" y="3581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-204000" y="4253900"/>
            <a:ext cx="1820700" cy="1081500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346725" y="4802700"/>
            <a:ext cx="3009900" cy="69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5"/>
          <p:cNvSpPr/>
          <p:nvPr/>
        </p:nvSpPr>
        <p:spPr>
          <a:xfrm rot="-5400000">
            <a:off x="7345800" y="594725"/>
            <a:ext cx="3009900" cy="69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5"/>
          <p:cNvSpPr/>
          <p:nvPr/>
        </p:nvSpPr>
        <p:spPr>
          <a:xfrm rot="10800000">
            <a:off x="7761600" y="-861800"/>
            <a:ext cx="953400" cy="13968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7"/>
          <p:cNvGrpSpPr/>
          <p:nvPr/>
        </p:nvGrpSpPr>
        <p:grpSpPr>
          <a:xfrm>
            <a:off x="-21600" y="-472925"/>
            <a:ext cx="9728200" cy="6002555"/>
            <a:chOff x="-21600" y="-472925"/>
            <a:chExt cx="9728200" cy="6002555"/>
          </a:xfrm>
        </p:grpSpPr>
        <p:sp>
          <p:nvSpPr>
            <p:cNvPr id="132" name="Google Shape;132;p17"/>
            <p:cNvSpPr/>
            <p:nvPr/>
          </p:nvSpPr>
          <p:spPr>
            <a:xfrm>
              <a:off x="7617098" y="4237818"/>
              <a:ext cx="2089501" cy="1291812"/>
            </a:xfrm>
            <a:custGeom>
              <a:avLst/>
              <a:gdLst/>
              <a:ahLst/>
              <a:cxnLst/>
              <a:rect l="l" t="t" r="r" b="b"/>
              <a:pathLst>
                <a:path w="56317" h="33350" extrusionOk="0">
                  <a:moveTo>
                    <a:pt x="56317" y="33350"/>
                  </a:moveTo>
                  <a:lnTo>
                    <a:pt x="56317" y="0"/>
                  </a:lnTo>
                  <a:lnTo>
                    <a:pt x="20074" y="0"/>
                  </a:lnTo>
                  <a:cubicBezTo>
                    <a:pt x="18741" y="0"/>
                    <a:pt x="17514" y="739"/>
                    <a:pt x="16883" y="1905"/>
                  </a:cubicBezTo>
                  <a:lnTo>
                    <a:pt x="0" y="33350"/>
                  </a:lnTo>
                  <a:cubicBezTo>
                    <a:pt x="0" y="33350"/>
                    <a:pt x="53412" y="33326"/>
                    <a:pt x="56317" y="3335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17"/>
            <p:cNvGrpSpPr/>
            <p:nvPr/>
          </p:nvGrpSpPr>
          <p:grpSpPr>
            <a:xfrm>
              <a:off x="-21600" y="-472925"/>
              <a:ext cx="1218325" cy="1833575"/>
              <a:chOff x="-21600" y="-472925"/>
              <a:chExt cx="1218325" cy="1833575"/>
            </a:xfrm>
          </p:grpSpPr>
          <p:sp>
            <p:nvSpPr>
              <p:cNvPr id="134" name="Google Shape;134;p17"/>
              <p:cNvSpPr/>
              <p:nvPr/>
            </p:nvSpPr>
            <p:spPr>
              <a:xfrm rot="10800000" flipH="1">
                <a:off x="-21600" y="-472925"/>
                <a:ext cx="1218325" cy="1833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73343" extrusionOk="0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 rot="5400000" flipH="1">
                <a:off x="-290306" y="-195780"/>
                <a:ext cx="1407925" cy="870435"/>
              </a:xfrm>
              <a:custGeom>
                <a:avLst/>
                <a:gdLst/>
                <a:ahLst/>
                <a:cxnLst/>
                <a:rect l="l" t="t" r="r" b="b"/>
                <a:pathLst>
                  <a:path w="56317" h="33350" extrusionOk="0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6" name="Google Shape;136;p17"/>
            <p:cNvCxnSpPr/>
            <p:nvPr/>
          </p:nvCxnSpPr>
          <p:spPr>
            <a:xfrm>
              <a:off x="7566300" y="4827634"/>
              <a:ext cx="1577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7" name="Google Shape;137;p17"/>
          <p:cNvSpPr txBox="1">
            <a:spLocks noGrp="1"/>
          </p:cNvSpPr>
          <p:nvPr>
            <p:ph type="title"/>
          </p:nvPr>
        </p:nvSpPr>
        <p:spPr>
          <a:xfrm>
            <a:off x="1519323" y="1610525"/>
            <a:ext cx="2328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subTitle" idx="1"/>
          </p:nvPr>
        </p:nvSpPr>
        <p:spPr>
          <a:xfrm>
            <a:off x="1519313" y="22732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title" idx="2"/>
          </p:nvPr>
        </p:nvSpPr>
        <p:spPr>
          <a:xfrm>
            <a:off x="5561799" y="1610525"/>
            <a:ext cx="2328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3"/>
          </p:nvPr>
        </p:nvSpPr>
        <p:spPr>
          <a:xfrm>
            <a:off x="5561793" y="22732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title" idx="4"/>
          </p:nvPr>
        </p:nvSpPr>
        <p:spPr>
          <a:xfrm>
            <a:off x="1519323" y="3196325"/>
            <a:ext cx="2328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subTitle" idx="5"/>
          </p:nvPr>
        </p:nvSpPr>
        <p:spPr>
          <a:xfrm>
            <a:off x="1519313" y="38590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3" name="Google Shape;143;p17"/>
          <p:cNvSpPr txBox="1">
            <a:spLocks noGrp="1"/>
          </p:cNvSpPr>
          <p:nvPr>
            <p:ph type="title" idx="6"/>
          </p:nvPr>
        </p:nvSpPr>
        <p:spPr>
          <a:xfrm>
            <a:off x="5561799" y="3196325"/>
            <a:ext cx="2328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subTitle" idx="7"/>
          </p:nvPr>
        </p:nvSpPr>
        <p:spPr>
          <a:xfrm>
            <a:off x="5561793" y="38590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subTitle" idx="8"/>
          </p:nvPr>
        </p:nvSpPr>
        <p:spPr>
          <a:xfrm>
            <a:off x="715088" y="1646992"/>
            <a:ext cx="695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9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subTitle" idx="9"/>
          </p:nvPr>
        </p:nvSpPr>
        <p:spPr>
          <a:xfrm>
            <a:off x="4756588" y="1646992"/>
            <a:ext cx="695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9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subTitle" idx="13"/>
          </p:nvPr>
        </p:nvSpPr>
        <p:spPr>
          <a:xfrm>
            <a:off x="715088" y="3239292"/>
            <a:ext cx="695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9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subTitle" idx="14"/>
          </p:nvPr>
        </p:nvSpPr>
        <p:spPr>
          <a:xfrm>
            <a:off x="4756588" y="3239292"/>
            <a:ext cx="695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9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Ramabhadra"/>
              <a:buNone/>
              <a:defRPr sz="2200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title" idx="15"/>
          </p:nvPr>
        </p:nvSpPr>
        <p:spPr>
          <a:xfrm>
            <a:off x="715050" y="3581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4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8"/>
          <p:cNvGrpSpPr/>
          <p:nvPr/>
        </p:nvGrpSpPr>
        <p:grpSpPr>
          <a:xfrm>
            <a:off x="-21600" y="-574925"/>
            <a:ext cx="9165600" cy="1935575"/>
            <a:chOff x="-21600" y="-574925"/>
            <a:chExt cx="9165600" cy="1935575"/>
          </a:xfrm>
        </p:grpSpPr>
        <p:grpSp>
          <p:nvGrpSpPr>
            <p:cNvPr id="152" name="Google Shape;152;p18"/>
            <p:cNvGrpSpPr/>
            <p:nvPr/>
          </p:nvGrpSpPr>
          <p:grpSpPr>
            <a:xfrm>
              <a:off x="-21600" y="-472925"/>
              <a:ext cx="1218325" cy="1833575"/>
              <a:chOff x="-21600" y="-472925"/>
              <a:chExt cx="1218325" cy="1833575"/>
            </a:xfrm>
          </p:grpSpPr>
          <p:sp>
            <p:nvSpPr>
              <p:cNvPr id="153" name="Google Shape;153;p18"/>
              <p:cNvSpPr/>
              <p:nvPr/>
            </p:nvSpPr>
            <p:spPr>
              <a:xfrm rot="10800000" flipH="1">
                <a:off x="-21600" y="-472925"/>
                <a:ext cx="1218325" cy="1833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73343" extrusionOk="0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8"/>
              <p:cNvSpPr/>
              <p:nvPr/>
            </p:nvSpPr>
            <p:spPr>
              <a:xfrm rot="5400000" flipH="1">
                <a:off x="-290306" y="-195780"/>
                <a:ext cx="1407925" cy="870435"/>
              </a:xfrm>
              <a:custGeom>
                <a:avLst/>
                <a:gdLst/>
                <a:ahLst/>
                <a:cxnLst/>
                <a:rect l="l" t="t" r="r" b="b"/>
                <a:pathLst>
                  <a:path w="56317" h="33350" extrusionOk="0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" name="Google Shape;155;p18"/>
            <p:cNvGrpSpPr/>
            <p:nvPr/>
          </p:nvGrpSpPr>
          <p:grpSpPr>
            <a:xfrm flipH="1">
              <a:off x="7925675" y="-574925"/>
              <a:ext cx="1218325" cy="1833575"/>
              <a:chOff x="-21600" y="-472925"/>
              <a:chExt cx="1218325" cy="1833575"/>
            </a:xfrm>
          </p:grpSpPr>
          <p:sp>
            <p:nvSpPr>
              <p:cNvPr id="156" name="Google Shape;156;p18"/>
              <p:cNvSpPr/>
              <p:nvPr/>
            </p:nvSpPr>
            <p:spPr>
              <a:xfrm rot="10800000" flipH="1">
                <a:off x="-21600" y="-472925"/>
                <a:ext cx="1218325" cy="1833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73343" extrusionOk="0">
                    <a:moveTo>
                      <a:pt x="48732" y="73342"/>
                    </a:moveTo>
                    <a:lnTo>
                      <a:pt x="0" y="73342"/>
                    </a:lnTo>
                    <a:lnTo>
                      <a:pt x="0" y="0"/>
                    </a:lnTo>
                    <a:lnTo>
                      <a:pt x="45399" y="23932"/>
                    </a:lnTo>
                    <a:cubicBezTo>
                      <a:pt x="47447" y="25015"/>
                      <a:pt x="48732" y="27134"/>
                      <a:pt x="48732" y="29432"/>
                    </a:cubicBezTo>
                    <a:lnTo>
                      <a:pt x="48732" y="733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8"/>
              <p:cNvSpPr/>
              <p:nvPr/>
            </p:nvSpPr>
            <p:spPr>
              <a:xfrm rot="5400000" flipH="1">
                <a:off x="-290306" y="-195780"/>
                <a:ext cx="1407925" cy="870435"/>
              </a:xfrm>
              <a:custGeom>
                <a:avLst/>
                <a:gdLst/>
                <a:ahLst/>
                <a:cxnLst/>
                <a:rect l="l" t="t" r="r" b="b"/>
                <a:pathLst>
                  <a:path w="56317" h="33350" extrusionOk="0">
                    <a:moveTo>
                      <a:pt x="56317" y="33350"/>
                    </a:moveTo>
                    <a:lnTo>
                      <a:pt x="56317" y="0"/>
                    </a:lnTo>
                    <a:lnTo>
                      <a:pt x="20074" y="0"/>
                    </a:lnTo>
                    <a:cubicBezTo>
                      <a:pt x="18741" y="0"/>
                      <a:pt x="17514" y="739"/>
                      <a:pt x="16883" y="1905"/>
                    </a:cubicBezTo>
                    <a:lnTo>
                      <a:pt x="0" y="33350"/>
                    </a:lnTo>
                    <a:cubicBezTo>
                      <a:pt x="0" y="33350"/>
                      <a:pt x="53412" y="33326"/>
                      <a:pt x="56317" y="3335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1506338" y="1686725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subTitle" idx="1"/>
          </p:nvPr>
        </p:nvSpPr>
        <p:spPr>
          <a:xfrm>
            <a:off x="1506338" y="21208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title" idx="2"/>
          </p:nvPr>
        </p:nvSpPr>
        <p:spPr>
          <a:xfrm>
            <a:off x="4790193" y="1686725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ubTitle" idx="3"/>
          </p:nvPr>
        </p:nvSpPr>
        <p:spPr>
          <a:xfrm>
            <a:off x="4790193" y="21208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 idx="4"/>
          </p:nvPr>
        </p:nvSpPr>
        <p:spPr>
          <a:xfrm>
            <a:off x="1506338" y="3120125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ubTitle" idx="5"/>
          </p:nvPr>
        </p:nvSpPr>
        <p:spPr>
          <a:xfrm>
            <a:off x="1506338" y="35542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title" idx="6"/>
          </p:nvPr>
        </p:nvSpPr>
        <p:spPr>
          <a:xfrm>
            <a:off x="4790193" y="3120125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subTitle" idx="7"/>
          </p:nvPr>
        </p:nvSpPr>
        <p:spPr>
          <a:xfrm>
            <a:off x="4790193" y="35542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title" idx="8"/>
          </p:nvPr>
        </p:nvSpPr>
        <p:spPr>
          <a:xfrm>
            <a:off x="715050" y="3581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1"/>
          <p:cNvGrpSpPr/>
          <p:nvPr/>
        </p:nvGrpSpPr>
        <p:grpSpPr>
          <a:xfrm>
            <a:off x="-2021398" y="-280488"/>
            <a:ext cx="13186853" cy="5587491"/>
            <a:chOff x="-2021398" y="-280488"/>
            <a:chExt cx="13186853" cy="5587491"/>
          </a:xfrm>
        </p:grpSpPr>
        <p:grpSp>
          <p:nvGrpSpPr>
            <p:cNvPr id="199" name="Google Shape;199;p21"/>
            <p:cNvGrpSpPr/>
            <p:nvPr/>
          </p:nvGrpSpPr>
          <p:grpSpPr>
            <a:xfrm>
              <a:off x="-2021398" y="-280488"/>
              <a:ext cx="3285628" cy="5470491"/>
              <a:chOff x="-2021398" y="-280488"/>
              <a:chExt cx="3285628" cy="5470491"/>
            </a:xfrm>
          </p:grpSpPr>
          <p:pic>
            <p:nvPicPr>
              <p:cNvPr id="200" name="Google Shape;200;p2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1" name="Google Shape;201;p21"/>
              <p:cNvSpPr/>
              <p:nvPr/>
            </p:nvSpPr>
            <p:spPr>
              <a:xfrm rot="10800000" flipH="1">
                <a:off x="-980170" y="-153175"/>
                <a:ext cx="1381200" cy="2023500"/>
              </a:xfrm>
              <a:prstGeom prst="round1Rect">
                <a:avLst>
                  <a:gd name="adj" fmla="val 50000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1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avLst/>
                <a:gdLst/>
                <a:ahLst/>
                <a:cxnLst/>
                <a:rect l="l" t="t" r="r" b="b"/>
                <a:pathLst>
                  <a:path w="30112" h="35350" extrusionOk="0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1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avLst/>
                <a:gdLst/>
                <a:ahLst/>
                <a:cxnLst/>
                <a:rect l="l" t="t" r="r" b="b"/>
                <a:pathLst>
                  <a:path w="26004" h="28957" extrusionOk="0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4" name="Google Shape;204;p21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5" name="Google Shape;205;p21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avLst/>
                <a:gdLst/>
                <a:ahLst/>
                <a:cxnLst/>
                <a:rect l="l" t="t" r="r" b="b"/>
                <a:pathLst>
                  <a:path w="13884" h="15455" extrusionOk="0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" name="Google Shape;206;p21"/>
            <p:cNvGrpSpPr/>
            <p:nvPr/>
          </p:nvGrpSpPr>
          <p:grpSpPr>
            <a:xfrm flipH="1">
              <a:off x="7879827" y="-163488"/>
              <a:ext cx="3285628" cy="5470491"/>
              <a:chOff x="-2021398" y="-280488"/>
              <a:chExt cx="3285628" cy="5470491"/>
            </a:xfrm>
          </p:grpSpPr>
          <p:pic>
            <p:nvPicPr>
              <p:cNvPr id="207" name="Google Shape;207;p2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" name="Google Shape;208;p21"/>
              <p:cNvSpPr/>
              <p:nvPr/>
            </p:nvSpPr>
            <p:spPr>
              <a:xfrm rot="10800000" flipH="1">
                <a:off x="-980170" y="-153175"/>
                <a:ext cx="1381200" cy="2023500"/>
              </a:xfrm>
              <a:prstGeom prst="round1Rect">
                <a:avLst>
                  <a:gd name="adj" fmla="val 50000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1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avLst/>
                <a:gdLst/>
                <a:ahLst/>
                <a:cxnLst/>
                <a:rect l="l" t="t" r="r" b="b"/>
                <a:pathLst>
                  <a:path w="30112" h="35350" extrusionOk="0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1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avLst/>
                <a:gdLst/>
                <a:ahLst/>
                <a:cxnLst/>
                <a:rect l="l" t="t" r="r" b="b"/>
                <a:pathLst>
                  <a:path w="26004" h="28957" extrusionOk="0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11" name="Google Shape;211;p21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2" name="Google Shape;212;p21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avLst/>
                <a:gdLst/>
                <a:ahLst/>
                <a:cxnLst/>
                <a:rect l="l" t="t" r="r" b="b"/>
                <a:pathLst>
                  <a:path w="13884" h="15455" extrusionOk="0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3" name="Google Shape;213;p21"/>
          <p:cNvSpPr txBox="1">
            <a:spLocks noGrp="1"/>
          </p:cNvSpPr>
          <p:nvPr>
            <p:ph type="ctrTitle"/>
          </p:nvPr>
        </p:nvSpPr>
        <p:spPr>
          <a:xfrm>
            <a:off x="2430025" y="6698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1"/>
          </p:nvPr>
        </p:nvSpPr>
        <p:spPr>
          <a:xfrm>
            <a:off x="2425075" y="1646825"/>
            <a:ext cx="4293900" cy="95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2122375" y="3363700"/>
            <a:ext cx="4899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</a:t>
            </a:r>
            <a:r>
              <a:rPr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including icons by</a:t>
            </a:r>
            <a:r>
              <a:rPr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infographics &amp;</a:t>
            </a:r>
            <a:r>
              <a:rPr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images by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2"/>
          <p:cNvGrpSpPr/>
          <p:nvPr/>
        </p:nvGrpSpPr>
        <p:grpSpPr>
          <a:xfrm>
            <a:off x="17" y="-699025"/>
            <a:ext cx="9664083" cy="6178425"/>
            <a:chOff x="17" y="-699025"/>
            <a:chExt cx="9664083" cy="6178425"/>
          </a:xfrm>
        </p:grpSpPr>
        <p:sp>
          <p:nvSpPr>
            <p:cNvPr id="218" name="Google Shape;218;p22"/>
            <p:cNvSpPr/>
            <p:nvPr/>
          </p:nvSpPr>
          <p:spPr>
            <a:xfrm rot="-5400000">
              <a:off x="-263636" y="263644"/>
              <a:ext cx="1468476" cy="941170"/>
            </a:xfrm>
            <a:custGeom>
              <a:avLst/>
              <a:gdLst/>
              <a:ahLst/>
              <a:cxnLst/>
              <a:rect l="l" t="t" r="r" b="b"/>
              <a:pathLst>
                <a:path w="25100" h="16087" extrusionOk="0">
                  <a:moveTo>
                    <a:pt x="1013" y="4144"/>
                  </a:moveTo>
                  <a:lnTo>
                    <a:pt x="6740" y="14824"/>
                  </a:lnTo>
                  <a:cubicBezTo>
                    <a:pt x="7156" y="15610"/>
                    <a:pt x="7966" y="16086"/>
                    <a:pt x="8859" y="16086"/>
                  </a:cubicBezTo>
                  <a:lnTo>
                    <a:pt x="25099" y="16086"/>
                  </a:lnTo>
                  <a:lnTo>
                    <a:pt x="25099" y="1"/>
                  </a:lnTo>
                  <a:lnTo>
                    <a:pt x="3513" y="1"/>
                  </a:lnTo>
                  <a:cubicBezTo>
                    <a:pt x="1370" y="1"/>
                    <a:pt x="1" y="2263"/>
                    <a:pt x="1013" y="414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 rot="10800000">
              <a:off x="746500" y="-699025"/>
              <a:ext cx="986100" cy="1675800"/>
            </a:xfrm>
            <a:prstGeom prst="round2SameRect">
              <a:avLst>
                <a:gd name="adj1" fmla="val 16667"/>
                <a:gd name="adj2" fmla="val 0"/>
              </a:avLst>
            </a:pr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0" name="Google Shape;220;p22"/>
            <p:cNvCxnSpPr/>
            <p:nvPr/>
          </p:nvCxnSpPr>
          <p:spPr>
            <a:xfrm>
              <a:off x="181788" y="236388"/>
              <a:ext cx="0" cy="995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2"/>
            <p:cNvCxnSpPr/>
            <p:nvPr/>
          </p:nvCxnSpPr>
          <p:spPr>
            <a:xfrm>
              <a:off x="941163" y="-229887"/>
              <a:ext cx="0" cy="995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2" name="Google Shape;222;p22"/>
            <p:cNvSpPr/>
            <p:nvPr/>
          </p:nvSpPr>
          <p:spPr>
            <a:xfrm flipH="1">
              <a:off x="6654200" y="4788200"/>
              <a:ext cx="3009900" cy="691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3" name="Google Shape;223;p22"/>
            <p:cNvCxnSpPr/>
            <p:nvPr/>
          </p:nvCxnSpPr>
          <p:spPr>
            <a:xfrm>
              <a:off x="7566300" y="4652784"/>
              <a:ext cx="1577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4" name="Google Shape;224;p22"/>
          <p:cNvSpPr txBox="1">
            <a:spLocks noGrp="1"/>
          </p:cNvSpPr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3"/>
          <p:cNvGrpSpPr/>
          <p:nvPr/>
        </p:nvGrpSpPr>
        <p:grpSpPr>
          <a:xfrm>
            <a:off x="7132025" y="-63150"/>
            <a:ext cx="2410208" cy="2190775"/>
            <a:chOff x="7132025" y="-63150"/>
            <a:chExt cx="2410208" cy="2190775"/>
          </a:xfrm>
        </p:grpSpPr>
        <p:sp>
          <p:nvSpPr>
            <p:cNvPr id="227" name="Google Shape;227;p23"/>
            <p:cNvSpPr/>
            <p:nvPr/>
          </p:nvSpPr>
          <p:spPr>
            <a:xfrm rot="10800000" flipH="1">
              <a:off x="7274600" y="-17209"/>
              <a:ext cx="1869356" cy="2144834"/>
            </a:xfrm>
            <a:custGeom>
              <a:avLst/>
              <a:gdLst/>
              <a:ahLst/>
              <a:cxnLst/>
              <a:rect l="l" t="t" r="r" b="b"/>
              <a:pathLst>
                <a:path w="46137" h="52936" extrusionOk="0">
                  <a:moveTo>
                    <a:pt x="46137" y="0"/>
                  </a:moveTo>
                  <a:lnTo>
                    <a:pt x="31599" y="0"/>
                  </a:lnTo>
                  <a:cubicBezTo>
                    <a:pt x="29635" y="0"/>
                    <a:pt x="27813" y="1084"/>
                    <a:pt x="26896" y="2810"/>
                  </a:cubicBezTo>
                  <a:lnTo>
                    <a:pt x="0" y="52935"/>
                  </a:lnTo>
                  <a:lnTo>
                    <a:pt x="46137" y="52935"/>
                  </a:lnTo>
                  <a:lnTo>
                    <a:pt x="4613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3"/>
            <p:cNvSpPr/>
            <p:nvPr/>
          </p:nvSpPr>
          <p:spPr>
            <a:xfrm>
              <a:off x="8134575" y="-63150"/>
              <a:ext cx="1407658" cy="1095603"/>
            </a:xfrm>
            <a:custGeom>
              <a:avLst/>
              <a:gdLst/>
              <a:ahLst/>
              <a:cxnLst/>
              <a:rect l="l" t="t" r="r" b="b"/>
              <a:pathLst>
                <a:path w="34910" h="27171" extrusionOk="0">
                  <a:moveTo>
                    <a:pt x="13264" y="12"/>
                  </a:moveTo>
                  <a:lnTo>
                    <a:pt x="1072" y="22765"/>
                  </a:lnTo>
                  <a:cubicBezTo>
                    <a:pt x="0" y="24765"/>
                    <a:pt x="1453" y="27171"/>
                    <a:pt x="3739" y="27171"/>
                  </a:cubicBezTo>
                  <a:lnTo>
                    <a:pt x="18526" y="27171"/>
                  </a:lnTo>
                  <a:cubicBezTo>
                    <a:pt x="19645" y="27171"/>
                    <a:pt x="20669" y="26563"/>
                    <a:pt x="21193" y="25587"/>
                  </a:cubicBezTo>
                  <a:lnTo>
                    <a:pt x="34909" y="1"/>
                  </a:lnTo>
                  <a:lnTo>
                    <a:pt x="13264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3"/>
            <p:cNvSpPr/>
            <p:nvPr/>
          </p:nvSpPr>
          <p:spPr>
            <a:xfrm>
              <a:off x="8261925" y="535000"/>
              <a:ext cx="818600" cy="1140325"/>
            </a:xfrm>
            <a:custGeom>
              <a:avLst/>
              <a:gdLst/>
              <a:ahLst/>
              <a:cxnLst/>
              <a:rect l="l" t="t" r="r" b="b"/>
              <a:pathLst>
                <a:path w="32744" h="45613" extrusionOk="0">
                  <a:moveTo>
                    <a:pt x="23671" y="1488"/>
                  </a:moveTo>
                  <a:lnTo>
                    <a:pt x="1" y="45613"/>
                  </a:lnTo>
                  <a:lnTo>
                    <a:pt x="8288" y="45613"/>
                  </a:lnTo>
                  <a:lnTo>
                    <a:pt x="32743" y="0"/>
                  </a:lnTo>
                  <a:lnTo>
                    <a:pt x="26171" y="0"/>
                  </a:lnTo>
                  <a:cubicBezTo>
                    <a:pt x="25123" y="0"/>
                    <a:pt x="24159" y="572"/>
                    <a:pt x="23671" y="148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63000">
                  <a:srgbClr val="194175"/>
                </a:gs>
                <a:gs pos="100000">
                  <a:schemeClr val="accent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0" name="Google Shape;230;p23"/>
            <p:cNvCxnSpPr/>
            <p:nvPr/>
          </p:nvCxnSpPr>
          <p:spPr>
            <a:xfrm rot="10800000" flipH="1">
              <a:off x="8012900" y="40425"/>
              <a:ext cx="416100" cy="720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231;p23"/>
            <p:cNvCxnSpPr/>
            <p:nvPr/>
          </p:nvCxnSpPr>
          <p:spPr>
            <a:xfrm rot="10800000">
              <a:off x="7132025" y="-4875"/>
              <a:ext cx="749700" cy="13446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2" name="Google Shape;232;p23"/>
          <p:cNvSpPr txBox="1">
            <a:spLocks noGrp="1"/>
          </p:cNvSpPr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amabhadra"/>
              <a:buNone/>
              <a:defRPr sz="2800" b="1">
                <a:solidFill>
                  <a:schemeClr val="accent1"/>
                </a:solidFill>
                <a:latin typeface="Ramabhadra"/>
                <a:ea typeface="Ramabhadra"/>
                <a:cs typeface="Ramabhadra"/>
                <a:sym typeface="Ramabhad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1">
  <p:cSld name="BLANK_1_1_1_1_1_1_2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28"/>
          <p:cNvGrpSpPr/>
          <p:nvPr/>
        </p:nvGrpSpPr>
        <p:grpSpPr>
          <a:xfrm>
            <a:off x="-2021398" y="-280488"/>
            <a:ext cx="13186853" cy="5587491"/>
            <a:chOff x="-2021398" y="-280488"/>
            <a:chExt cx="13186853" cy="5587491"/>
          </a:xfrm>
        </p:grpSpPr>
        <p:grpSp>
          <p:nvGrpSpPr>
            <p:cNvPr id="264" name="Google Shape;264;p28"/>
            <p:cNvGrpSpPr/>
            <p:nvPr/>
          </p:nvGrpSpPr>
          <p:grpSpPr>
            <a:xfrm>
              <a:off x="-2021398" y="-280488"/>
              <a:ext cx="3285628" cy="5470491"/>
              <a:chOff x="-2021398" y="-280488"/>
              <a:chExt cx="3285628" cy="5470491"/>
            </a:xfrm>
          </p:grpSpPr>
          <p:pic>
            <p:nvPicPr>
              <p:cNvPr id="265" name="Google Shape;265;p2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6" name="Google Shape;266;p28"/>
              <p:cNvSpPr/>
              <p:nvPr/>
            </p:nvSpPr>
            <p:spPr>
              <a:xfrm rot="10800000" flipH="1">
                <a:off x="-980170" y="-153175"/>
                <a:ext cx="1381200" cy="2023500"/>
              </a:xfrm>
              <a:prstGeom prst="round1Rect">
                <a:avLst>
                  <a:gd name="adj" fmla="val 50000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8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avLst/>
                <a:gdLst/>
                <a:ahLst/>
                <a:cxnLst/>
                <a:rect l="l" t="t" r="r" b="b"/>
                <a:pathLst>
                  <a:path w="30112" h="35350" extrusionOk="0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8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avLst/>
                <a:gdLst/>
                <a:ahLst/>
                <a:cxnLst/>
                <a:rect l="l" t="t" r="r" b="b"/>
                <a:pathLst>
                  <a:path w="26004" h="28957" extrusionOk="0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69" name="Google Shape;269;p28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0" name="Google Shape;270;p28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avLst/>
                <a:gdLst/>
                <a:ahLst/>
                <a:cxnLst/>
                <a:rect l="l" t="t" r="r" b="b"/>
                <a:pathLst>
                  <a:path w="13884" h="15455" extrusionOk="0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28"/>
            <p:cNvGrpSpPr/>
            <p:nvPr/>
          </p:nvGrpSpPr>
          <p:grpSpPr>
            <a:xfrm flipH="1">
              <a:off x="7879827" y="-163488"/>
              <a:ext cx="3285628" cy="5470491"/>
              <a:chOff x="-2021398" y="-280488"/>
              <a:chExt cx="3285628" cy="5470491"/>
            </a:xfrm>
          </p:grpSpPr>
          <p:pic>
            <p:nvPicPr>
              <p:cNvPr id="272" name="Google Shape;272;p2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5400000">
                <a:off x="-3112423" y="810537"/>
                <a:ext cx="5423976" cy="3241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" name="Google Shape;273;p28"/>
              <p:cNvSpPr/>
              <p:nvPr/>
            </p:nvSpPr>
            <p:spPr>
              <a:xfrm rot="10800000" flipH="1">
                <a:off x="-980170" y="-153175"/>
                <a:ext cx="1381200" cy="2023500"/>
              </a:xfrm>
              <a:prstGeom prst="round1Rect">
                <a:avLst>
                  <a:gd name="adj" fmla="val 50000"/>
                </a:avLst>
              </a:pr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8"/>
              <p:cNvSpPr/>
              <p:nvPr/>
            </p:nvSpPr>
            <p:spPr>
              <a:xfrm rot="10800000">
                <a:off x="-980184" y="2606537"/>
                <a:ext cx="2200736" cy="2583466"/>
              </a:xfrm>
              <a:custGeom>
                <a:avLst/>
                <a:gdLst/>
                <a:ahLst/>
                <a:cxnLst/>
                <a:rect l="l" t="t" r="r" b="b"/>
                <a:pathLst>
                  <a:path w="30112" h="35350" extrusionOk="0">
                    <a:moveTo>
                      <a:pt x="30111" y="0"/>
                    </a:moveTo>
                    <a:lnTo>
                      <a:pt x="0" y="0"/>
                    </a:lnTo>
                    <a:lnTo>
                      <a:pt x="17169" y="32016"/>
                    </a:lnTo>
                    <a:cubicBezTo>
                      <a:pt x="18265" y="34064"/>
                      <a:pt x="20408" y="35350"/>
                      <a:pt x="22753" y="35350"/>
                    </a:cubicBezTo>
                    <a:lnTo>
                      <a:pt x="30111" y="353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8"/>
              <p:cNvSpPr/>
              <p:nvPr/>
            </p:nvSpPr>
            <p:spPr>
              <a:xfrm flipH="1">
                <a:off x="-49362" y="3718588"/>
                <a:ext cx="1313592" cy="1462763"/>
              </a:xfrm>
              <a:custGeom>
                <a:avLst/>
                <a:gdLst/>
                <a:ahLst/>
                <a:cxnLst/>
                <a:rect l="l" t="t" r="r" b="b"/>
                <a:pathLst>
                  <a:path w="26004" h="28957" extrusionOk="0">
                    <a:moveTo>
                      <a:pt x="16931" y="1"/>
                    </a:moveTo>
                    <a:cubicBezTo>
                      <a:pt x="16062" y="1"/>
                      <a:pt x="15276" y="477"/>
                      <a:pt x="14871" y="1239"/>
                    </a:cubicBezTo>
                    <a:lnTo>
                      <a:pt x="0" y="28957"/>
                    </a:lnTo>
                    <a:lnTo>
                      <a:pt x="11490" y="28957"/>
                    </a:lnTo>
                    <a:lnTo>
                      <a:pt x="25182" y="3418"/>
                    </a:lnTo>
                    <a:cubicBezTo>
                      <a:pt x="26003" y="1870"/>
                      <a:pt x="24872" y="1"/>
                      <a:pt x="231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6" name="Google Shape;276;p28"/>
              <p:cNvCxnSpPr/>
              <p:nvPr/>
            </p:nvCxnSpPr>
            <p:spPr>
              <a:xfrm rot="10800000">
                <a:off x="-133745" y="2037184"/>
                <a:ext cx="803700" cy="1498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7" name="Google Shape;277;p28"/>
              <p:cNvSpPr/>
              <p:nvPr/>
            </p:nvSpPr>
            <p:spPr>
              <a:xfrm>
                <a:off x="341500" y="1930000"/>
                <a:ext cx="747202" cy="831749"/>
              </a:xfrm>
              <a:custGeom>
                <a:avLst/>
                <a:gdLst/>
                <a:ahLst/>
                <a:cxnLst/>
                <a:rect l="l" t="t" r="r" b="b"/>
                <a:pathLst>
                  <a:path w="13884" h="15455" extrusionOk="0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8" name="Google Shape;278;p28"/>
          <p:cNvSpPr txBox="1">
            <a:spLocks noGrp="1"/>
          </p:cNvSpPr>
          <p:nvPr>
            <p:ph type="ctrTitle"/>
          </p:nvPr>
        </p:nvSpPr>
        <p:spPr>
          <a:xfrm>
            <a:off x="2430025" y="6698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9" name="Google Shape;279;p28"/>
          <p:cNvSpPr txBox="1">
            <a:spLocks noGrp="1"/>
          </p:cNvSpPr>
          <p:nvPr>
            <p:ph type="subTitle" idx="1"/>
          </p:nvPr>
        </p:nvSpPr>
        <p:spPr>
          <a:xfrm>
            <a:off x="2425075" y="1646825"/>
            <a:ext cx="4293900" cy="95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2122375" y="3363700"/>
            <a:ext cx="4899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</a:t>
            </a:r>
            <a:r>
              <a:rPr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including icons by</a:t>
            </a:r>
            <a:r>
              <a:rPr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infographics &amp;</a:t>
            </a:r>
            <a:r>
              <a:rPr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images by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9"/>
          <p:cNvGrpSpPr/>
          <p:nvPr/>
        </p:nvGrpSpPr>
        <p:grpSpPr>
          <a:xfrm>
            <a:off x="-289287" y="-577506"/>
            <a:ext cx="10470663" cy="5721007"/>
            <a:chOff x="-289287" y="-577506"/>
            <a:chExt cx="10470663" cy="5721007"/>
          </a:xfrm>
        </p:grpSpPr>
        <p:sp>
          <p:nvSpPr>
            <p:cNvPr id="283" name="Google Shape;283;p29"/>
            <p:cNvSpPr/>
            <p:nvPr/>
          </p:nvSpPr>
          <p:spPr>
            <a:xfrm flipH="1">
              <a:off x="-227693" y="-82087"/>
              <a:ext cx="1585322" cy="1861089"/>
            </a:xfrm>
            <a:custGeom>
              <a:avLst/>
              <a:gdLst/>
              <a:ahLst/>
              <a:cxnLst/>
              <a:rect l="l" t="t" r="r" b="b"/>
              <a:pathLst>
                <a:path w="30112" h="35350" extrusionOk="0">
                  <a:moveTo>
                    <a:pt x="30111" y="0"/>
                  </a:moveTo>
                  <a:lnTo>
                    <a:pt x="0" y="0"/>
                  </a:lnTo>
                  <a:lnTo>
                    <a:pt x="17169" y="32016"/>
                  </a:lnTo>
                  <a:cubicBezTo>
                    <a:pt x="18265" y="34064"/>
                    <a:pt x="20408" y="35350"/>
                    <a:pt x="22753" y="35350"/>
                  </a:cubicBezTo>
                  <a:lnTo>
                    <a:pt x="30111" y="3535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 rot="3397010" flipH="1">
              <a:off x="21768" y="-360169"/>
              <a:ext cx="1298627" cy="1444518"/>
            </a:xfrm>
            <a:custGeom>
              <a:avLst/>
              <a:gdLst/>
              <a:ahLst/>
              <a:cxnLst/>
              <a:rect l="l" t="t" r="r" b="b"/>
              <a:pathLst>
                <a:path w="13895" h="15456" extrusionOk="0">
                  <a:moveTo>
                    <a:pt x="4846" y="15455"/>
                  </a:moveTo>
                  <a:lnTo>
                    <a:pt x="1548" y="15455"/>
                  </a:lnTo>
                  <a:cubicBezTo>
                    <a:pt x="608" y="15455"/>
                    <a:pt x="0" y="14455"/>
                    <a:pt x="453" y="13634"/>
                  </a:cubicBezTo>
                  <a:lnTo>
                    <a:pt x="7763" y="1"/>
                  </a:lnTo>
                  <a:lnTo>
                    <a:pt x="13895" y="1"/>
                  </a:lnTo>
                  <a:lnTo>
                    <a:pt x="5953" y="14800"/>
                  </a:lnTo>
                  <a:cubicBezTo>
                    <a:pt x="5739" y="15205"/>
                    <a:pt x="5311" y="15455"/>
                    <a:pt x="4846" y="1545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7613825" y="4684125"/>
              <a:ext cx="1698150" cy="459376"/>
            </a:xfrm>
            <a:custGeom>
              <a:avLst/>
              <a:gdLst/>
              <a:ahLst/>
              <a:cxnLst/>
              <a:rect l="l" t="t" r="r" b="b"/>
              <a:pathLst>
                <a:path w="22361" h="6049" extrusionOk="0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8483225" y="0"/>
              <a:ext cx="1698150" cy="459376"/>
            </a:xfrm>
            <a:custGeom>
              <a:avLst/>
              <a:gdLst/>
              <a:ahLst/>
              <a:cxnLst/>
              <a:rect l="l" t="t" r="r" b="b"/>
              <a:pathLst>
                <a:path w="22361" h="6049" extrusionOk="0">
                  <a:moveTo>
                    <a:pt x="19336" y="6049"/>
                  </a:moveTo>
                  <a:lnTo>
                    <a:pt x="3024" y="6049"/>
                  </a:lnTo>
                  <a:cubicBezTo>
                    <a:pt x="1358" y="6049"/>
                    <a:pt x="0" y="4692"/>
                    <a:pt x="0" y="3025"/>
                  </a:cubicBezTo>
                  <a:lnTo>
                    <a:pt x="0" y="3025"/>
                  </a:lnTo>
                  <a:cubicBezTo>
                    <a:pt x="0" y="1358"/>
                    <a:pt x="1358" y="1"/>
                    <a:pt x="3024" y="1"/>
                  </a:cubicBezTo>
                  <a:lnTo>
                    <a:pt x="19336" y="1"/>
                  </a:lnTo>
                  <a:cubicBezTo>
                    <a:pt x="21003" y="1"/>
                    <a:pt x="22360" y="1358"/>
                    <a:pt x="22360" y="3025"/>
                  </a:cubicBezTo>
                  <a:lnTo>
                    <a:pt x="22360" y="3025"/>
                  </a:lnTo>
                  <a:cubicBezTo>
                    <a:pt x="22360" y="4692"/>
                    <a:pt x="21003" y="6049"/>
                    <a:pt x="19336" y="6049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0"/>
          <p:cNvGrpSpPr/>
          <p:nvPr/>
        </p:nvGrpSpPr>
        <p:grpSpPr>
          <a:xfrm>
            <a:off x="0" y="12"/>
            <a:ext cx="9144007" cy="5143489"/>
            <a:chOff x="0" y="12"/>
            <a:chExt cx="9144007" cy="5143489"/>
          </a:xfrm>
        </p:grpSpPr>
        <p:grpSp>
          <p:nvGrpSpPr>
            <p:cNvPr id="289" name="Google Shape;289;p30"/>
            <p:cNvGrpSpPr/>
            <p:nvPr/>
          </p:nvGrpSpPr>
          <p:grpSpPr>
            <a:xfrm>
              <a:off x="0" y="3592959"/>
              <a:ext cx="2320507" cy="1550542"/>
              <a:chOff x="0" y="3592959"/>
              <a:chExt cx="2320507" cy="1550542"/>
            </a:xfrm>
          </p:grpSpPr>
          <p:sp>
            <p:nvSpPr>
              <p:cNvPr id="290" name="Google Shape;290;p30"/>
              <p:cNvSpPr/>
              <p:nvPr/>
            </p:nvSpPr>
            <p:spPr>
              <a:xfrm>
                <a:off x="0" y="4661800"/>
                <a:ext cx="2320507" cy="481701"/>
              </a:xfrm>
              <a:custGeom>
                <a:avLst/>
                <a:gdLst/>
                <a:ahLst/>
                <a:cxnLst/>
                <a:rect l="l" t="t" r="r" b="b"/>
                <a:pathLst>
                  <a:path w="40899" h="8490" extrusionOk="0">
                    <a:moveTo>
                      <a:pt x="37386" y="0"/>
                    </a:moveTo>
                    <a:lnTo>
                      <a:pt x="1" y="0"/>
                    </a:lnTo>
                    <a:lnTo>
                      <a:pt x="1" y="8490"/>
                    </a:lnTo>
                    <a:lnTo>
                      <a:pt x="35850" y="8490"/>
                    </a:lnTo>
                    <a:cubicBezTo>
                      <a:pt x="36898" y="8490"/>
                      <a:pt x="37863" y="7918"/>
                      <a:pt x="38363" y="7001"/>
                    </a:cubicBezTo>
                    <a:lnTo>
                      <a:pt x="39887" y="4132"/>
                    </a:lnTo>
                    <a:cubicBezTo>
                      <a:pt x="40899" y="2263"/>
                      <a:pt x="39529" y="0"/>
                      <a:pt x="3738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34000">
                    <a:srgbClr val="FAB93C"/>
                  </a:gs>
                  <a:gs pos="100000">
                    <a:schemeClr val="accent4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0"/>
              <p:cNvSpPr/>
              <p:nvPr/>
            </p:nvSpPr>
            <p:spPr>
              <a:xfrm>
                <a:off x="0" y="3592959"/>
                <a:ext cx="1139773" cy="1550539"/>
              </a:xfrm>
              <a:custGeom>
                <a:avLst/>
                <a:gdLst/>
                <a:ahLst/>
                <a:cxnLst/>
                <a:rect l="l" t="t" r="r" b="b"/>
                <a:pathLst>
                  <a:path w="24576" h="33433" extrusionOk="0">
                    <a:moveTo>
                      <a:pt x="22611" y="83"/>
                    </a:moveTo>
                    <a:lnTo>
                      <a:pt x="1" y="0"/>
                    </a:lnTo>
                    <a:lnTo>
                      <a:pt x="1" y="33433"/>
                    </a:lnTo>
                    <a:lnTo>
                      <a:pt x="7513" y="33433"/>
                    </a:lnTo>
                    <a:lnTo>
                      <a:pt x="24015" y="2405"/>
                    </a:lnTo>
                    <a:cubicBezTo>
                      <a:pt x="24575" y="1357"/>
                      <a:pt x="23813" y="95"/>
                      <a:pt x="22611" y="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0"/>
              <p:cNvSpPr/>
              <p:nvPr/>
            </p:nvSpPr>
            <p:spPr>
              <a:xfrm>
                <a:off x="244913" y="4013000"/>
                <a:ext cx="940363" cy="1046767"/>
              </a:xfrm>
              <a:custGeom>
                <a:avLst/>
                <a:gdLst/>
                <a:ahLst/>
                <a:cxnLst/>
                <a:rect l="l" t="t" r="r" b="b"/>
                <a:pathLst>
                  <a:path w="13884" h="15455" extrusionOk="0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30"/>
            <p:cNvGrpSpPr/>
            <p:nvPr/>
          </p:nvGrpSpPr>
          <p:grpSpPr>
            <a:xfrm flipH="1">
              <a:off x="7958731" y="12"/>
              <a:ext cx="1185276" cy="1550539"/>
              <a:chOff x="0" y="3592959"/>
              <a:chExt cx="1185276" cy="1550539"/>
            </a:xfrm>
          </p:grpSpPr>
          <p:sp>
            <p:nvSpPr>
              <p:cNvPr id="294" name="Google Shape;294;p30"/>
              <p:cNvSpPr/>
              <p:nvPr/>
            </p:nvSpPr>
            <p:spPr>
              <a:xfrm>
                <a:off x="0" y="3592959"/>
                <a:ext cx="1139773" cy="1550539"/>
              </a:xfrm>
              <a:custGeom>
                <a:avLst/>
                <a:gdLst/>
                <a:ahLst/>
                <a:cxnLst/>
                <a:rect l="l" t="t" r="r" b="b"/>
                <a:pathLst>
                  <a:path w="24576" h="33433" extrusionOk="0">
                    <a:moveTo>
                      <a:pt x="22611" y="83"/>
                    </a:moveTo>
                    <a:lnTo>
                      <a:pt x="1" y="0"/>
                    </a:lnTo>
                    <a:lnTo>
                      <a:pt x="1" y="33433"/>
                    </a:lnTo>
                    <a:lnTo>
                      <a:pt x="7513" y="33433"/>
                    </a:lnTo>
                    <a:lnTo>
                      <a:pt x="24015" y="2405"/>
                    </a:lnTo>
                    <a:cubicBezTo>
                      <a:pt x="24575" y="1357"/>
                      <a:pt x="23813" y="95"/>
                      <a:pt x="22611" y="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5"/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0"/>
              <p:cNvSpPr/>
              <p:nvPr/>
            </p:nvSpPr>
            <p:spPr>
              <a:xfrm>
                <a:off x="244913" y="4013000"/>
                <a:ext cx="940363" cy="1046767"/>
              </a:xfrm>
              <a:custGeom>
                <a:avLst/>
                <a:gdLst/>
                <a:ahLst/>
                <a:cxnLst/>
                <a:rect l="l" t="t" r="r" b="b"/>
                <a:pathLst>
                  <a:path w="13884" h="15455" extrusionOk="0">
                    <a:moveTo>
                      <a:pt x="9037" y="15454"/>
                    </a:moveTo>
                    <a:lnTo>
                      <a:pt x="12335" y="15454"/>
                    </a:lnTo>
                    <a:cubicBezTo>
                      <a:pt x="13276" y="15454"/>
                      <a:pt x="13883" y="14454"/>
                      <a:pt x="13443" y="13633"/>
                    </a:cubicBezTo>
                    <a:lnTo>
                      <a:pt x="6132" y="0"/>
                    </a:lnTo>
                    <a:lnTo>
                      <a:pt x="0" y="0"/>
                    </a:lnTo>
                    <a:lnTo>
                      <a:pt x="7930" y="14799"/>
                    </a:lnTo>
                    <a:cubicBezTo>
                      <a:pt x="8144" y="15204"/>
                      <a:pt x="8573" y="15454"/>
                      <a:pt x="9037" y="154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63000">
                    <a:srgbClr val="194175"/>
                  </a:gs>
                  <a:gs pos="100000">
                    <a:schemeClr val="accent2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3581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 ExtraBold"/>
              <a:buNone/>
              <a:defRPr sz="32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2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●"/>
              <a:defRPr sz="12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○"/>
              <a:defRPr sz="12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■"/>
              <a:defRPr sz="12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●"/>
              <a:defRPr sz="12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○"/>
              <a:defRPr sz="12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■"/>
              <a:defRPr sz="12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●"/>
              <a:defRPr sz="12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○"/>
              <a:defRPr sz="12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aleway Medium"/>
              <a:buChar char="■"/>
              <a:defRPr sz="1200">
                <a:solidFill>
                  <a:schemeClr val="accent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5" r:id="rId4"/>
    <p:sldLayoutId id="2147483658" r:id="rId5"/>
    <p:sldLayoutId id="2147483659" r:id="rId6"/>
    <p:sldLayoutId id="2147483661" r:id="rId7"/>
    <p:sldLayoutId id="2147483663" r:id="rId8"/>
    <p:sldLayoutId id="2147483664" r:id="rId9"/>
    <p:sldLayoutId id="2147483667" r:id="rId10"/>
    <p:sldLayoutId id="2147483668" r:id="rId11"/>
    <p:sldLayoutId id="2147483669" r:id="rId12"/>
    <p:sldLayoutId id="2147483674" r:id="rId13"/>
    <p:sldLayoutId id="2147483675" r:id="rId14"/>
    <p:sldLayoutId id="2147483676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/>
          <p:nvPr/>
        </p:nvSpPr>
        <p:spPr>
          <a:xfrm rot="10800000">
            <a:off x="-838895" y="-446835"/>
            <a:ext cx="1879929" cy="893670"/>
          </a:xfrm>
          <a:custGeom>
            <a:avLst/>
            <a:gdLst/>
            <a:ahLst/>
            <a:cxnLst/>
            <a:rect l="l" t="t" r="r" b="b"/>
            <a:pathLst>
              <a:path w="21766" h="10347" extrusionOk="0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3"/>
          <p:cNvSpPr txBox="1">
            <a:spLocks noGrp="1"/>
          </p:cNvSpPr>
          <p:nvPr>
            <p:ph type="ctrTitle"/>
          </p:nvPr>
        </p:nvSpPr>
        <p:spPr>
          <a:xfrm>
            <a:off x="1563904" y="2229513"/>
            <a:ext cx="7223161" cy="5021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PRJ-27 : COLLEGO</a:t>
            </a:r>
            <a:endParaRPr sz="2400" dirty="0">
              <a:solidFill>
                <a:schemeClr val="accent3"/>
              </a:solidFill>
            </a:endParaRPr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1"/>
          </p:nvPr>
        </p:nvSpPr>
        <p:spPr>
          <a:xfrm>
            <a:off x="1372430" y="632561"/>
            <a:ext cx="6399138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AI ENABLED ERP PLATFORM FOR ACADEMIC MANAGEMENT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9" name="Google Shape;3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4291" y="275195"/>
            <a:ext cx="1662818" cy="1445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3"/>
          <p:cNvSpPr/>
          <p:nvPr/>
        </p:nvSpPr>
        <p:spPr>
          <a:xfrm rot="10800000">
            <a:off x="8381100" y="-415976"/>
            <a:ext cx="953400" cy="13968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63000">
                <a:srgbClr val="194175"/>
              </a:gs>
              <a:gs pos="100000">
                <a:schemeClr val="accen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8006688" y="4550889"/>
            <a:ext cx="2522400" cy="1498500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3"/>
          <p:cNvSpPr/>
          <p:nvPr/>
        </p:nvSpPr>
        <p:spPr>
          <a:xfrm flipH="1">
            <a:off x="-583271" y="4550889"/>
            <a:ext cx="5404039" cy="2165232"/>
          </a:xfrm>
          <a:custGeom>
            <a:avLst/>
            <a:gdLst/>
            <a:ahLst/>
            <a:cxnLst/>
            <a:rect l="l" t="t" r="r" b="b"/>
            <a:pathLst>
              <a:path w="56317" h="33350" extrusionOk="0">
                <a:moveTo>
                  <a:pt x="56317" y="33350"/>
                </a:moveTo>
                <a:lnTo>
                  <a:pt x="56317" y="0"/>
                </a:lnTo>
                <a:lnTo>
                  <a:pt x="20074" y="0"/>
                </a:lnTo>
                <a:cubicBezTo>
                  <a:pt x="18741" y="0"/>
                  <a:pt x="17514" y="739"/>
                  <a:pt x="16883" y="1905"/>
                </a:cubicBezTo>
                <a:lnTo>
                  <a:pt x="0" y="33350"/>
                </a:lnTo>
                <a:cubicBezTo>
                  <a:pt x="0" y="33350"/>
                  <a:pt x="53412" y="33326"/>
                  <a:pt x="56317" y="3335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3"/>
          <p:cNvSpPr/>
          <p:nvPr/>
        </p:nvSpPr>
        <p:spPr>
          <a:xfrm>
            <a:off x="-430071" y="4258594"/>
            <a:ext cx="3009900" cy="69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4" name="Google Shape;314;p33"/>
          <p:cNvGrpSpPr/>
          <p:nvPr/>
        </p:nvGrpSpPr>
        <p:grpSpPr>
          <a:xfrm>
            <a:off x="2579829" y="4615220"/>
            <a:ext cx="1363381" cy="1498500"/>
            <a:chOff x="3851150" y="4608509"/>
            <a:chExt cx="1363381" cy="1498500"/>
          </a:xfrm>
        </p:grpSpPr>
        <p:cxnSp>
          <p:nvCxnSpPr>
            <p:cNvPr id="315" name="Google Shape;315;p33"/>
            <p:cNvCxnSpPr/>
            <p:nvPr/>
          </p:nvCxnSpPr>
          <p:spPr>
            <a:xfrm rot="10800000" flipH="1">
              <a:off x="3851150" y="4608509"/>
              <a:ext cx="803700" cy="1498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316" name="Google Shape;31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4024050" y="4721288"/>
              <a:ext cx="1190481" cy="1363981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D41D4A-0DE0-E52E-5F46-2103A56F9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052902"/>
              </p:ext>
            </p:extLst>
          </p:nvPr>
        </p:nvGraphicFramePr>
        <p:xfrm>
          <a:off x="4849688" y="3474729"/>
          <a:ext cx="4193242" cy="1567730"/>
        </p:xfrm>
        <a:graphic>
          <a:graphicData uri="http://schemas.openxmlformats.org/drawingml/2006/table">
            <a:tbl>
              <a:tblPr firstRow="1" bandRow="1">
                <a:tableStyleId>{6213BE3F-CC8F-4AC6-96D3-6D59282F6A67}</a:tableStyleId>
              </a:tblPr>
              <a:tblGrid>
                <a:gridCol w="2096621">
                  <a:extLst>
                    <a:ext uri="{9D8B030D-6E8A-4147-A177-3AD203B41FA5}">
                      <a16:colId xmlns:a16="http://schemas.microsoft.com/office/drawing/2014/main" val="4158583563"/>
                    </a:ext>
                  </a:extLst>
                </a:gridCol>
                <a:gridCol w="2096621">
                  <a:extLst>
                    <a:ext uri="{9D8B030D-6E8A-4147-A177-3AD203B41FA5}">
                      <a16:colId xmlns:a16="http://schemas.microsoft.com/office/drawing/2014/main" val="1113549824"/>
                    </a:ext>
                  </a:extLst>
                </a:gridCol>
              </a:tblGrid>
              <a:tr h="313546">
                <a:tc>
                  <a:txBody>
                    <a:bodyPr/>
                    <a:lstStyle/>
                    <a:p>
                      <a:r>
                        <a:t>Presented by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USN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1987025"/>
                  </a:ext>
                </a:extLst>
              </a:tr>
              <a:tr h="313546">
                <a:tc>
                  <a:txBody>
                    <a:bodyPr/>
                    <a:lstStyle/>
                    <a:p>
                      <a:r>
                        <a:t>Krishna Kulkarni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2BA23CS051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306845"/>
                  </a:ext>
                </a:extLst>
              </a:tr>
              <a:tr h="313546">
                <a:tc>
                  <a:txBody>
                    <a:bodyPr/>
                    <a:lstStyle/>
                    <a:p>
                      <a:r>
                        <a:t>Shreyas Bewoor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2BA24CS409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143999"/>
                  </a:ext>
                </a:extLst>
              </a:tr>
              <a:tr h="313546">
                <a:tc>
                  <a:txBody>
                    <a:bodyPr/>
                    <a:lstStyle/>
                    <a:p>
                      <a:r>
                        <a:t>Amith S K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2BA23CS012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7344699"/>
                  </a:ext>
                </a:extLst>
              </a:tr>
              <a:tr h="313546">
                <a:tc>
                  <a:txBody>
                    <a:bodyPr/>
                    <a:lstStyle/>
                    <a:p>
                      <a:r>
                        <a:t>BEC Bagalkot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CSE Dept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416020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2260976-F358-907B-91DC-9DA02117C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31" y="471756"/>
            <a:ext cx="852180" cy="9884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4E5590-918B-E015-25BE-557AA759EB33}"/>
              </a:ext>
            </a:extLst>
          </p:cNvPr>
          <p:cNvSpPr txBox="1"/>
          <p:nvPr/>
        </p:nvSpPr>
        <p:spPr>
          <a:xfrm>
            <a:off x="1026519" y="1241056"/>
            <a:ext cx="709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DEPARTMENT OF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C4960-C496-E9A2-5F1C-B5FE4EF7BC48}"/>
              </a:ext>
            </a:extLst>
          </p:cNvPr>
          <p:cNvSpPr txBox="1"/>
          <p:nvPr/>
        </p:nvSpPr>
        <p:spPr>
          <a:xfrm>
            <a:off x="637903" y="3460899"/>
            <a:ext cx="3208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Under Guidance of : </a:t>
            </a:r>
          </a:p>
          <a:p>
            <a:r>
              <a:t>Prof .S R KARJOL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E7053-0645-1266-0863-C4D349AFF164}"/>
              </a:ext>
            </a:extLst>
          </p:cNvPr>
          <p:cNvSpPr txBox="1"/>
          <p:nvPr/>
        </p:nvSpPr>
        <p:spPr>
          <a:xfrm>
            <a:off x="3524489" y="1569278"/>
            <a:ext cx="2095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Academic year :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AC2565E6-298C-6670-48ED-1905FB40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>
            <a:extLst>
              <a:ext uri="{FF2B5EF4-FFF2-40B4-BE49-F238E27FC236}">
                <a16:creationId xmlns:a16="http://schemas.microsoft.com/office/drawing/2014/main" id="{66EDBAE1-7DDF-A3E2-BC76-4787C4120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61908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PROBLEM STATEMENT</a:t>
            </a:r>
            <a:endParaRPr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Google Shape;322;p34">
            <a:extLst>
              <a:ext uri="{FF2B5EF4-FFF2-40B4-BE49-F238E27FC236}">
                <a16:creationId xmlns:a16="http://schemas.microsoft.com/office/drawing/2014/main" id="{47784FF2-6A6F-CA69-D516-DACBCA420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414880"/>
            <a:ext cx="7704000" cy="23137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98120" indent="0" algn="just">
              <a:lnSpc>
                <a:spcPct val="150000"/>
              </a:lnSpc>
              <a:buSzPct val="100000"/>
              <a:buNone/>
            </a:pPr>
            <a:r>
              <a:t>Fragmented Academic Workflows: Attendance, internal marks, placements, and timetables are managed in isolated legacy tools or paper registers.</a:t>
            </a:r>
          </a:p>
          <a:p>
            <a:pPr marL="198120" indent="0" algn="just">
              <a:lnSpc>
                <a:spcPct val="150000"/>
              </a:lnSpc>
              <a:buSzPct val="100000"/>
              <a:buNone/>
            </a:pPr>
            <a:r>
              <a:t>Administrative Overhead &amp; Delays: Manual grade calculation, paper question paper drafting, and delayed hall ticket generation.</a:t>
            </a:r>
          </a:p>
          <a:p>
            <a:pPr marL="198120" indent="0" algn="just">
              <a:lnSpc>
                <a:spcPct val="150000"/>
              </a:lnSpc>
              <a:buSzPct val="100000"/>
              <a:buNone/>
            </a:pPr>
            <a:r>
              <a:t>Lack of Intelligent Insights: Absence of real-time AI progress tracking for students and predictive analytics for placement officers.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304;p33">
            <a:extLst>
              <a:ext uri="{FF2B5EF4-FFF2-40B4-BE49-F238E27FC236}">
                <a16:creationId xmlns:a16="http://schemas.microsoft.com/office/drawing/2014/main" id="{81F4B730-D500-6086-986C-73DF842ACD43}"/>
              </a:ext>
            </a:extLst>
          </p:cNvPr>
          <p:cNvSpPr/>
          <p:nvPr/>
        </p:nvSpPr>
        <p:spPr>
          <a:xfrm rot="10800000" flipV="1">
            <a:off x="-656849" y="4499427"/>
            <a:ext cx="2167344" cy="929100"/>
          </a:xfrm>
          <a:custGeom>
            <a:avLst/>
            <a:gdLst/>
            <a:ahLst/>
            <a:cxnLst/>
            <a:rect l="l" t="t" r="r" b="b"/>
            <a:pathLst>
              <a:path w="21766" h="10347" extrusionOk="0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13;p33">
            <a:extLst>
              <a:ext uri="{FF2B5EF4-FFF2-40B4-BE49-F238E27FC236}">
                <a16:creationId xmlns:a16="http://schemas.microsoft.com/office/drawing/2014/main" id="{23592BEB-B8C9-507E-5C20-1E01830E493D}"/>
              </a:ext>
            </a:extLst>
          </p:cNvPr>
          <p:cNvSpPr/>
          <p:nvPr/>
        </p:nvSpPr>
        <p:spPr>
          <a:xfrm>
            <a:off x="-1238145" y="-265559"/>
            <a:ext cx="3009900" cy="69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9739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FAF1C696-BCA9-4524-D500-8857D42B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4;p33">
            <a:extLst>
              <a:ext uri="{FF2B5EF4-FFF2-40B4-BE49-F238E27FC236}">
                <a16:creationId xmlns:a16="http://schemas.microsoft.com/office/drawing/2014/main" id="{B6373A9A-85F5-82D5-EAA4-67ED39D2EFFC}"/>
              </a:ext>
            </a:extLst>
          </p:cNvPr>
          <p:cNvSpPr/>
          <p:nvPr/>
        </p:nvSpPr>
        <p:spPr>
          <a:xfrm rot="10800000" flipV="1">
            <a:off x="-772596" y="4606557"/>
            <a:ext cx="2653481" cy="903766"/>
          </a:xfrm>
          <a:custGeom>
            <a:avLst/>
            <a:gdLst/>
            <a:ahLst/>
            <a:cxnLst/>
            <a:rect l="l" t="t" r="r" b="b"/>
            <a:pathLst>
              <a:path w="21766" h="10347" extrusionOk="0">
                <a:moveTo>
                  <a:pt x="4787" y="1417"/>
                </a:moveTo>
                <a:lnTo>
                  <a:pt x="1" y="10347"/>
                </a:lnTo>
                <a:lnTo>
                  <a:pt x="16217" y="10347"/>
                </a:lnTo>
                <a:lnTo>
                  <a:pt x="21765" y="0"/>
                </a:lnTo>
                <a:lnTo>
                  <a:pt x="7156" y="0"/>
                </a:lnTo>
                <a:cubicBezTo>
                  <a:pt x="6168" y="0"/>
                  <a:pt x="5251" y="548"/>
                  <a:pt x="4787" y="141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4000">
                <a:srgbClr val="FAB93C"/>
              </a:gs>
              <a:gs pos="100000">
                <a:schemeClr val="accent4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13;p33">
            <a:extLst>
              <a:ext uri="{FF2B5EF4-FFF2-40B4-BE49-F238E27FC236}">
                <a16:creationId xmlns:a16="http://schemas.microsoft.com/office/drawing/2014/main" id="{A36D96F6-5948-D3F8-DB9C-070FAC32A8D6}"/>
              </a:ext>
            </a:extLst>
          </p:cNvPr>
          <p:cNvSpPr/>
          <p:nvPr/>
        </p:nvSpPr>
        <p:spPr>
          <a:xfrm>
            <a:off x="7501818" y="-345600"/>
            <a:ext cx="3009900" cy="69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FF3E6-C592-A175-1C9E-0DCCE6B296F0}"/>
              </a:ext>
            </a:extLst>
          </p:cNvPr>
          <p:cNvSpPr/>
          <p:nvPr/>
        </p:nvSpPr>
        <p:spPr>
          <a:xfrm>
            <a:off x="0" y="85060"/>
            <a:ext cx="1717158" cy="26054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2"/>
                </a:solidFill>
              </a:ln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D74AF-D58D-3418-13C1-E6949505F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050" y="1436190"/>
            <a:ext cx="7704000" cy="2271120"/>
          </a:xfrm>
        </p:spPr>
        <p:txBody>
          <a:bodyPr wrap="square"/>
          <a:lstStyle/>
          <a:p>
            <a:pPr lvl="1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t>Existing System: Manual register logs, fragmented spreadsheets, error-prone grade calculation, and delayed reporting.</a:t>
            </a:r>
          </a:p>
          <a:p>
            <a:pPr lvl="1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t>Collego ERP Platform: Unified 3-tier web platform with centralized PostgreSQL database and 36 domain entities.</a:t>
            </a:r>
          </a:p>
          <a:p>
            <a:pPr lvl="1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t>Real-time Dashboards: Instant GPA/CGPA computation, attendance threshold alerts, and downloadable marksheets.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t>AI-Powered Automation: Automated syllabus parsing and question paper assembly in seconds.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722AD2D-248B-13CF-7C0E-81EDC879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50" y="496111"/>
            <a:ext cx="7713900" cy="572700"/>
          </a:xfrm>
        </p:spPr>
        <p:txBody>
          <a:bodyPr wrap="square"/>
          <a:lstStyle/>
          <a:p>
            <a:r>
              <a:t>EXISTING VS 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189101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21;p34">
            <a:extLst>
              <a:ext uri="{FF2B5EF4-FFF2-40B4-BE49-F238E27FC236}">
                <a16:creationId xmlns:a16="http://schemas.microsoft.com/office/drawing/2014/main" id="{0AFD73E6-BCA6-E1BA-2DC5-4604B61932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7575" y="695216"/>
            <a:ext cx="388884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PROJECT OBJECTIVES</a:t>
            </a:r>
            <a:endParaRPr sz="32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1971964-7BE6-7CC8-F571-9F3C18BED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317" y="1445539"/>
            <a:ext cx="6841361" cy="3002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t>To build a unified AI-enabled ERP platform integrating student, faculty, and administrative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t>To automate routine tasks including attendance logging, internal marks calculation, and instant hall ticket issuance.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t>To integrate AI tools for Bloom's Taxonomy question paper generation and intelligent placement eligibility filtering.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t>To implement secure Role-Based Access Control (RBAC) with modern, responsive web user interfaces.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D36E16BA-1156-5586-623A-95783FD35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528" y="705340"/>
            <a:ext cx="4295499" cy="572700"/>
          </a:xfrm>
        </p:spPr>
        <p:txBody>
          <a:bodyPr wrap="square"/>
          <a:lstStyle/>
          <a:p>
            <a:r>
              <a:t>TECHNOLOGIES 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8BBD7-02B1-51B3-858B-78011E6E6DC4}"/>
              </a:ext>
            </a:extLst>
          </p:cNvPr>
          <p:cNvSpPr txBox="1"/>
          <p:nvPr/>
        </p:nvSpPr>
        <p:spPr>
          <a:xfrm>
            <a:off x="902826" y="1449046"/>
            <a:ext cx="4901879" cy="2048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t>Technologies Used: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t>Frontend: React 18, Vite, Lucide Icons, Modern CSS.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t>Core Backend: Java 21, Spring Boot 3, Spring Security (JWT), JPA.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t>AI Microservice: Python 3.11, FastAPI, Uvicorn, LangChain, PyPDF.</a:t>
            </a:r>
          </a:p>
          <a:p>
            <a:r>
              <a:t>Database &amp; DevOps: PostgreSQL 16, Docker &amp; Docker Compose.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/>
          <p:nvPr/>
        </p:nvSpPr>
        <p:spPr>
          <a:xfrm>
            <a:off x="1052498" y="2126760"/>
            <a:ext cx="695400" cy="677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2"/>
          <p:cNvSpPr txBox="1">
            <a:spLocks noGrp="1"/>
          </p:cNvSpPr>
          <p:nvPr>
            <p:ph type="title"/>
          </p:nvPr>
        </p:nvSpPr>
        <p:spPr>
          <a:xfrm>
            <a:off x="2589044" y="740047"/>
            <a:ext cx="3965911" cy="656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SYSTEM ARCHITECTURE</a:t>
            </a:r>
            <a:endParaRPr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2" name="Google Shape;432;p42"/>
          <p:cNvSpPr txBox="1"/>
          <p:nvPr/>
        </p:nvSpPr>
        <p:spPr>
          <a:xfrm>
            <a:off x="659587" y="2849789"/>
            <a:ext cx="1476108" cy="70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REACT</a:t>
            </a:r>
            <a:br/>
            <a:r>
              <a:t>FRONTEND</a:t>
            </a:r>
          </a:p>
        </p:txBody>
      </p:sp>
      <p:cxnSp>
        <p:nvCxnSpPr>
          <p:cNvPr id="440" name="Google Shape;440;p42"/>
          <p:cNvCxnSpPr>
            <a:cxnSpLocks/>
            <a:stCxn id="4" idx="1"/>
            <a:endCxn id="427" idx="3"/>
          </p:cNvCxnSpPr>
          <p:nvPr/>
        </p:nvCxnSpPr>
        <p:spPr>
          <a:xfrm flipH="1">
            <a:off x="1747898" y="2458757"/>
            <a:ext cx="846231" cy="670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4" name="Google Shape;427;p42">
            <a:extLst>
              <a:ext uri="{FF2B5EF4-FFF2-40B4-BE49-F238E27FC236}">
                <a16:creationId xmlns:a16="http://schemas.microsoft.com/office/drawing/2014/main" id="{0A93E7D9-EDFF-3922-39AE-A0BF20F83929}"/>
              </a:ext>
            </a:extLst>
          </p:cNvPr>
          <p:cNvSpPr/>
          <p:nvPr/>
        </p:nvSpPr>
        <p:spPr>
          <a:xfrm>
            <a:off x="2594129" y="2120057"/>
            <a:ext cx="695400" cy="677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" name="Google Shape;440;p42">
            <a:extLst>
              <a:ext uri="{FF2B5EF4-FFF2-40B4-BE49-F238E27FC236}">
                <a16:creationId xmlns:a16="http://schemas.microsoft.com/office/drawing/2014/main" id="{589756F5-0109-BC7A-069A-000E0FB13978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flipH="1" flipV="1">
            <a:off x="3289529" y="2458757"/>
            <a:ext cx="885929" cy="637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11" name="Google Shape;427;p42">
            <a:extLst>
              <a:ext uri="{FF2B5EF4-FFF2-40B4-BE49-F238E27FC236}">
                <a16:creationId xmlns:a16="http://schemas.microsoft.com/office/drawing/2014/main" id="{3ACCAD11-0ABE-B81D-D4A5-AD6B545CBB9C}"/>
              </a:ext>
            </a:extLst>
          </p:cNvPr>
          <p:cNvSpPr/>
          <p:nvPr/>
        </p:nvSpPr>
        <p:spPr>
          <a:xfrm>
            <a:off x="4175458" y="2126431"/>
            <a:ext cx="695400" cy="677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" name="Google Shape;440;p42">
            <a:extLst>
              <a:ext uri="{FF2B5EF4-FFF2-40B4-BE49-F238E27FC236}">
                <a16:creationId xmlns:a16="http://schemas.microsoft.com/office/drawing/2014/main" id="{CF2995DD-D138-2D62-501A-5283E9FC6D9B}"/>
              </a:ext>
            </a:extLst>
          </p:cNvPr>
          <p:cNvCxnSpPr>
            <a:cxnSpLocks/>
            <a:stCxn id="18" idx="1"/>
            <a:endCxn id="11" idx="3"/>
          </p:cNvCxnSpPr>
          <p:nvPr/>
        </p:nvCxnSpPr>
        <p:spPr>
          <a:xfrm flipH="1">
            <a:off x="4870858" y="2459258"/>
            <a:ext cx="950012" cy="58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18" name="Google Shape;427;p42">
            <a:extLst>
              <a:ext uri="{FF2B5EF4-FFF2-40B4-BE49-F238E27FC236}">
                <a16:creationId xmlns:a16="http://schemas.microsoft.com/office/drawing/2014/main" id="{2594DCB7-0702-8B6E-7AE1-01C7AB346AF9}"/>
              </a:ext>
            </a:extLst>
          </p:cNvPr>
          <p:cNvSpPr/>
          <p:nvPr/>
        </p:nvSpPr>
        <p:spPr>
          <a:xfrm>
            <a:off x="5820870" y="2120558"/>
            <a:ext cx="695400" cy="677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" name="Google Shape;440;p42">
            <a:extLst>
              <a:ext uri="{FF2B5EF4-FFF2-40B4-BE49-F238E27FC236}">
                <a16:creationId xmlns:a16="http://schemas.microsoft.com/office/drawing/2014/main" id="{98814259-C9C6-FC8B-EAB4-65A035A19089}"/>
              </a:ext>
            </a:extLst>
          </p:cNvPr>
          <p:cNvCxnSpPr>
            <a:cxnSpLocks/>
            <a:stCxn id="25" idx="1"/>
            <a:endCxn id="18" idx="3"/>
          </p:cNvCxnSpPr>
          <p:nvPr/>
        </p:nvCxnSpPr>
        <p:spPr>
          <a:xfrm flipH="1">
            <a:off x="6516270" y="2444805"/>
            <a:ext cx="899171" cy="1445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25" name="Google Shape;427;p42">
            <a:extLst>
              <a:ext uri="{FF2B5EF4-FFF2-40B4-BE49-F238E27FC236}">
                <a16:creationId xmlns:a16="http://schemas.microsoft.com/office/drawing/2014/main" id="{CEE46E91-765D-9280-B6AB-868A133CFB92}"/>
              </a:ext>
            </a:extLst>
          </p:cNvPr>
          <p:cNvSpPr/>
          <p:nvPr/>
        </p:nvSpPr>
        <p:spPr>
          <a:xfrm>
            <a:off x="7415441" y="2106105"/>
            <a:ext cx="695400" cy="677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432;p42">
            <a:extLst>
              <a:ext uri="{FF2B5EF4-FFF2-40B4-BE49-F238E27FC236}">
                <a16:creationId xmlns:a16="http://schemas.microsoft.com/office/drawing/2014/main" id="{7D53D24A-CE06-A1F3-F8B3-D176F2940A02}"/>
              </a:ext>
            </a:extLst>
          </p:cNvPr>
          <p:cNvSpPr txBox="1"/>
          <p:nvPr/>
        </p:nvSpPr>
        <p:spPr>
          <a:xfrm>
            <a:off x="2240363" y="2849789"/>
            <a:ext cx="1476108" cy="471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SPRING BOOT</a:t>
            </a:r>
            <a:br/>
            <a:r>
              <a:t>BACKEND</a:t>
            </a:r>
            <a:endParaRPr sz="1600" b="1" dirty="0">
              <a:solidFill>
                <a:schemeClr val="accen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40" name="Google Shape;432;p42">
            <a:extLst>
              <a:ext uri="{FF2B5EF4-FFF2-40B4-BE49-F238E27FC236}">
                <a16:creationId xmlns:a16="http://schemas.microsoft.com/office/drawing/2014/main" id="{C2246CAC-340E-C2B5-A716-78B5AA1F49D9}"/>
              </a:ext>
            </a:extLst>
          </p:cNvPr>
          <p:cNvSpPr txBox="1"/>
          <p:nvPr/>
        </p:nvSpPr>
        <p:spPr>
          <a:xfrm>
            <a:off x="3797329" y="2836635"/>
            <a:ext cx="1476108" cy="70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FASTAPI</a:t>
            </a:r>
            <a:br/>
            <a:r>
              <a:t>AI SERVICE</a:t>
            </a:r>
          </a:p>
        </p:txBody>
      </p:sp>
      <p:sp>
        <p:nvSpPr>
          <p:cNvPr id="41" name="Google Shape;432;p42">
            <a:extLst>
              <a:ext uri="{FF2B5EF4-FFF2-40B4-BE49-F238E27FC236}">
                <a16:creationId xmlns:a16="http://schemas.microsoft.com/office/drawing/2014/main" id="{8BDEA01F-40C0-04EA-E07E-64C61C231A3D}"/>
              </a:ext>
            </a:extLst>
          </p:cNvPr>
          <p:cNvSpPr txBox="1"/>
          <p:nvPr/>
        </p:nvSpPr>
        <p:spPr>
          <a:xfrm>
            <a:off x="5403123" y="2808549"/>
            <a:ext cx="1605182" cy="54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POSTGRESQL</a:t>
            </a:r>
            <a:br/>
            <a:r>
              <a:t>DATABASE</a:t>
            </a:r>
            <a:endParaRPr sz="1600" b="1" dirty="0">
              <a:solidFill>
                <a:schemeClr val="accen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42" name="Google Shape;432;p42">
            <a:extLst>
              <a:ext uri="{FF2B5EF4-FFF2-40B4-BE49-F238E27FC236}">
                <a16:creationId xmlns:a16="http://schemas.microsoft.com/office/drawing/2014/main" id="{D222377E-D834-D75D-031D-3A5A284AF8D5}"/>
              </a:ext>
            </a:extLst>
          </p:cNvPr>
          <p:cNvSpPr txBox="1"/>
          <p:nvPr/>
        </p:nvSpPr>
        <p:spPr>
          <a:xfrm>
            <a:off x="7024634" y="2751353"/>
            <a:ext cx="1476108" cy="63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DOCKER</a:t>
            </a:r>
            <a:br/>
            <a:r>
              <a:t>COMPOSE</a:t>
            </a:r>
            <a:endParaRPr sz="1600" b="1" dirty="0">
              <a:solidFill>
                <a:schemeClr val="accent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grpSp>
        <p:nvGrpSpPr>
          <p:cNvPr id="43" name="Google Shape;6209;p71">
            <a:extLst>
              <a:ext uri="{FF2B5EF4-FFF2-40B4-BE49-F238E27FC236}">
                <a16:creationId xmlns:a16="http://schemas.microsoft.com/office/drawing/2014/main" id="{F328F885-3C4F-7E9B-5F35-09C836AB7FD7}"/>
              </a:ext>
            </a:extLst>
          </p:cNvPr>
          <p:cNvGrpSpPr/>
          <p:nvPr/>
        </p:nvGrpSpPr>
        <p:grpSpPr>
          <a:xfrm>
            <a:off x="7578154" y="2259832"/>
            <a:ext cx="369974" cy="369945"/>
            <a:chOff x="-40011050" y="3972375"/>
            <a:chExt cx="316650" cy="31662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4" name="Google Shape;6210;p71">
              <a:extLst>
                <a:ext uri="{FF2B5EF4-FFF2-40B4-BE49-F238E27FC236}">
                  <a16:creationId xmlns:a16="http://schemas.microsoft.com/office/drawing/2014/main" id="{64BE6B67-DA5D-660E-E24C-52D51733C5A8}"/>
                </a:ext>
              </a:extLst>
            </p:cNvPr>
            <p:cNvSpPr/>
            <p:nvPr/>
          </p:nvSpPr>
          <p:spPr>
            <a:xfrm>
              <a:off x="-40011050" y="3972375"/>
              <a:ext cx="316650" cy="232350"/>
            </a:xfrm>
            <a:custGeom>
              <a:avLst/>
              <a:gdLst/>
              <a:ahLst/>
              <a:cxnLst/>
              <a:rect l="l" t="t" r="r" b="b"/>
              <a:pathLst>
                <a:path w="12666" h="9294" extrusionOk="0">
                  <a:moveTo>
                    <a:pt x="11405" y="1701"/>
                  </a:moveTo>
                  <a:cubicBezTo>
                    <a:pt x="11626" y="1701"/>
                    <a:pt x="11846" y="1890"/>
                    <a:pt x="11846" y="2142"/>
                  </a:cubicBezTo>
                  <a:cubicBezTo>
                    <a:pt x="11846" y="3749"/>
                    <a:pt x="11090" y="4663"/>
                    <a:pt x="9956" y="4978"/>
                  </a:cubicBezTo>
                  <a:cubicBezTo>
                    <a:pt x="10051" y="4631"/>
                    <a:pt x="10145" y="4222"/>
                    <a:pt x="10145" y="3844"/>
                  </a:cubicBezTo>
                  <a:lnTo>
                    <a:pt x="10145" y="1701"/>
                  </a:lnTo>
                  <a:close/>
                  <a:moveTo>
                    <a:pt x="2584" y="1701"/>
                  </a:moveTo>
                  <a:lnTo>
                    <a:pt x="2584" y="3812"/>
                  </a:lnTo>
                  <a:cubicBezTo>
                    <a:pt x="2584" y="4222"/>
                    <a:pt x="2647" y="4600"/>
                    <a:pt x="2773" y="5009"/>
                  </a:cubicBezTo>
                  <a:cubicBezTo>
                    <a:pt x="1639" y="4694"/>
                    <a:pt x="851" y="3781"/>
                    <a:pt x="851" y="2142"/>
                  </a:cubicBezTo>
                  <a:cubicBezTo>
                    <a:pt x="851" y="1890"/>
                    <a:pt x="1040" y="1701"/>
                    <a:pt x="1292" y="1701"/>
                  </a:cubicBezTo>
                  <a:close/>
                  <a:moveTo>
                    <a:pt x="4065" y="3655"/>
                  </a:moveTo>
                  <a:cubicBezTo>
                    <a:pt x="4317" y="3655"/>
                    <a:pt x="4506" y="3875"/>
                    <a:pt x="4506" y="4096"/>
                  </a:cubicBezTo>
                  <a:cubicBezTo>
                    <a:pt x="4506" y="4631"/>
                    <a:pt x="4821" y="5041"/>
                    <a:pt x="5262" y="5261"/>
                  </a:cubicBezTo>
                  <a:cubicBezTo>
                    <a:pt x="5451" y="5324"/>
                    <a:pt x="5577" y="5608"/>
                    <a:pt x="5482" y="5797"/>
                  </a:cubicBezTo>
                  <a:cubicBezTo>
                    <a:pt x="5431" y="5952"/>
                    <a:pt x="5229" y="6065"/>
                    <a:pt x="5054" y="6065"/>
                  </a:cubicBezTo>
                  <a:cubicBezTo>
                    <a:pt x="5017" y="6065"/>
                    <a:pt x="4980" y="6060"/>
                    <a:pt x="4947" y="6049"/>
                  </a:cubicBezTo>
                  <a:cubicBezTo>
                    <a:pt x="4128" y="5734"/>
                    <a:pt x="3655" y="4946"/>
                    <a:pt x="3655" y="4096"/>
                  </a:cubicBezTo>
                  <a:cubicBezTo>
                    <a:pt x="3655" y="3875"/>
                    <a:pt x="3844" y="3655"/>
                    <a:pt x="4065" y="3655"/>
                  </a:cubicBezTo>
                  <a:close/>
                  <a:moveTo>
                    <a:pt x="2993" y="0"/>
                  </a:moveTo>
                  <a:cubicBezTo>
                    <a:pt x="2741" y="0"/>
                    <a:pt x="2552" y="189"/>
                    <a:pt x="2552" y="441"/>
                  </a:cubicBezTo>
                  <a:lnTo>
                    <a:pt x="2552" y="882"/>
                  </a:lnTo>
                  <a:lnTo>
                    <a:pt x="1261" y="882"/>
                  </a:lnTo>
                  <a:cubicBezTo>
                    <a:pt x="536" y="882"/>
                    <a:pt x="1" y="1418"/>
                    <a:pt x="1" y="2142"/>
                  </a:cubicBezTo>
                  <a:cubicBezTo>
                    <a:pt x="1" y="4568"/>
                    <a:pt x="1513" y="5797"/>
                    <a:pt x="3183" y="5923"/>
                  </a:cubicBezTo>
                  <a:cubicBezTo>
                    <a:pt x="4159" y="7372"/>
                    <a:pt x="5073" y="7089"/>
                    <a:pt x="5073" y="7687"/>
                  </a:cubicBezTo>
                  <a:cubicBezTo>
                    <a:pt x="5073" y="8286"/>
                    <a:pt x="4821" y="8884"/>
                    <a:pt x="4443" y="9294"/>
                  </a:cubicBezTo>
                  <a:lnTo>
                    <a:pt x="8192" y="9294"/>
                  </a:lnTo>
                  <a:cubicBezTo>
                    <a:pt x="7782" y="8884"/>
                    <a:pt x="7562" y="8286"/>
                    <a:pt x="7562" y="7687"/>
                  </a:cubicBezTo>
                  <a:cubicBezTo>
                    <a:pt x="7562" y="7089"/>
                    <a:pt x="8507" y="7372"/>
                    <a:pt x="9484" y="5923"/>
                  </a:cubicBezTo>
                  <a:cubicBezTo>
                    <a:pt x="11216" y="5797"/>
                    <a:pt x="12666" y="4537"/>
                    <a:pt x="12666" y="2142"/>
                  </a:cubicBezTo>
                  <a:cubicBezTo>
                    <a:pt x="12666" y="1418"/>
                    <a:pt x="12098" y="882"/>
                    <a:pt x="11405" y="882"/>
                  </a:cubicBezTo>
                  <a:lnTo>
                    <a:pt x="10145" y="882"/>
                  </a:lnTo>
                  <a:lnTo>
                    <a:pt x="10145" y="441"/>
                  </a:lnTo>
                  <a:cubicBezTo>
                    <a:pt x="10145" y="189"/>
                    <a:pt x="9956" y="0"/>
                    <a:pt x="97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211;p71">
              <a:extLst>
                <a:ext uri="{FF2B5EF4-FFF2-40B4-BE49-F238E27FC236}">
                  <a16:creationId xmlns:a16="http://schemas.microsoft.com/office/drawing/2014/main" id="{EB9390ED-0654-79DD-B25C-B2AD6ABADE69}"/>
                </a:ext>
              </a:extLst>
            </p:cNvPr>
            <p:cNvSpPr/>
            <p:nvPr/>
          </p:nvSpPr>
          <p:spPr>
            <a:xfrm>
              <a:off x="-39950400" y="4225975"/>
              <a:ext cx="194575" cy="63025"/>
            </a:xfrm>
            <a:custGeom>
              <a:avLst/>
              <a:gdLst/>
              <a:ahLst/>
              <a:cxnLst/>
              <a:rect l="l" t="t" r="r" b="b"/>
              <a:pathLst>
                <a:path w="7783" h="2521" extrusionOk="0">
                  <a:moveTo>
                    <a:pt x="757" y="1"/>
                  </a:moveTo>
                  <a:lnTo>
                    <a:pt x="63" y="1954"/>
                  </a:lnTo>
                  <a:cubicBezTo>
                    <a:pt x="0" y="2237"/>
                    <a:pt x="158" y="2521"/>
                    <a:pt x="473" y="2521"/>
                  </a:cubicBezTo>
                  <a:lnTo>
                    <a:pt x="7278" y="2521"/>
                  </a:lnTo>
                  <a:cubicBezTo>
                    <a:pt x="7593" y="2521"/>
                    <a:pt x="7782" y="2237"/>
                    <a:pt x="7688" y="1954"/>
                  </a:cubicBezTo>
                  <a:lnTo>
                    <a:pt x="69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7002;p73">
            <a:extLst>
              <a:ext uri="{FF2B5EF4-FFF2-40B4-BE49-F238E27FC236}">
                <a16:creationId xmlns:a16="http://schemas.microsoft.com/office/drawing/2014/main" id="{5AEF3501-E8CB-4CB8-8F7C-EBA88C3F54AB}"/>
              </a:ext>
            </a:extLst>
          </p:cNvPr>
          <p:cNvSpPr/>
          <p:nvPr/>
        </p:nvSpPr>
        <p:spPr>
          <a:xfrm>
            <a:off x="1221984" y="2294860"/>
            <a:ext cx="363201" cy="354859"/>
          </a:xfrm>
          <a:custGeom>
            <a:avLst/>
            <a:gdLst/>
            <a:ahLst/>
            <a:cxnLst/>
            <a:rect l="l" t="t" r="r" b="b"/>
            <a:pathLst>
              <a:path w="11973" h="11698" extrusionOk="0">
                <a:moveTo>
                  <a:pt x="8928" y="1750"/>
                </a:moveTo>
                <a:cubicBezTo>
                  <a:pt x="9192" y="1750"/>
                  <a:pt x="9452" y="1852"/>
                  <a:pt x="9641" y="2057"/>
                </a:cubicBezTo>
                <a:cubicBezTo>
                  <a:pt x="10050" y="2435"/>
                  <a:pt x="10050" y="3096"/>
                  <a:pt x="9641" y="3506"/>
                </a:cubicBezTo>
                <a:cubicBezTo>
                  <a:pt x="9452" y="3695"/>
                  <a:pt x="9192" y="3790"/>
                  <a:pt x="8928" y="3790"/>
                </a:cubicBezTo>
                <a:cubicBezTo>
                  <a:pt x="8664" y="3790"/>
                  <a:pt x="8396" y="3695"/>
                  <a:pt x="8192" y="3506"/>
                </a:cubicBezTo>
                <a:cubicBezTo>
                  <a:pt x="7814" y="3096"/>
                  <a:pt x="7814" y="2435"/>
                  <a:pt x="8192" y="2057"/>
                </a:cubicBezTo>
                <a:cubicBezTo>
                  <a:pt x="8396" y="1852"/>
                  <a:pt x="8664" y="1750"/>
                  <a:pt x="8928" y="1750"/>
                </a:cubicBezTo>
                <a:close/>
                <a:moveTo>
                  <a:pt x="7901" y="1"/>
                </a:moveTo>
                <a:cubicBezTo>
                  <a:pt x="6958" y="1"/>
                  <a:pt x="6010" y="363"/>
                  <a:pt x="5293" y="1080"/>
                </a:cubicBezTo>
                <a:cubicBezTo>
                  <a:pt x="4285" y="2088"/>
                  <a:pt x="3939" y="3569"/>
                  <a:pt x="4380" y="4924"/>
                </a:cubicBezTo>
                <a:lnTo>
                  <a:pt x="126" y="9177"/>
                </a:lnTo>
                <a:cubicBezTo>
                  <a:pt x="32" y="9240"/>
                  <a:pt x="0" y="9334"/>
                  <a:pt x="0" y="9397"/>
                </a:cubicBezTo>
                <a:lnTo>
                  <a:pt x="0" y="11319"/>
                </a:lnTo>
                <a:cubicBezTo>
                  <a:pt x="0" y="11540"/>
                  <a:pt x="158" y="11697"/>
                  <a:pt x="347" y="11697"/>
                </a:cubicBezTo>
                <a:lnTo>
                  <a:pt x="2300" y="11697"/>
                </a:lnTo>
                <a:cubicBezTo>
                  <a:pt x="2363" y="11697"/>
                  <a:pt x="2489" y="11634"/>
                  <a:pt x="2521" y="11571"/>
                </a:cubicBezTo>
                <a:lnTo>
                  <a:pt x="2993" y="11099"/>
                </a:lnTo>
                <a:cubicBezTo>
                  <a:pt x="3088" y="11004"/>
                  <a:pt x="3119" y="10910"/>
                  <a:pt x="3088" y="10815"/>
                </a:cubicBezTo>
                <a:lnTo>
                  <a:pt x="2993" y="10311"/>
                </a:lnTo>
                <a:lnTo>
                  <a:pt x="3718" y="10217"/>
                </a:lnTo>
                <a:cubicBezTo>
                  <a:pt x="3876" y="10217"/>
                  <a:pt x="3970" y="10091"/>
                  <a:pt x="4033" y="9902"/>
                </a:cubicBezTo>
                <a:lnTo>
                  <a:pt x="4096" y="9208"/>
                </a:lnTo>
                <a:lnTo>
                  <a:pt x="4600" y="9271"/>
                </a:lnTo>
                <a:cubicBezTo>
                  <a:pt x="4695" y="9271"/>
                  <a:pt x="4821" y="9271"/>
                  <a:pt x="4884" y="9208"/>
                </a:cubicBezTo>
                <a:cubicBezTo>
                  <a:pt x="4978" y="9114"/>
                  <a:pt x="5010" y="9051"/>
                  <a:pt x="5010" y="8956"/>
                </a:cubicBezTo>
                <a:lnTo>
                  <a:pt x="5010" y="8326"/>
                </a:lnTo>
                <a:lnTo>
                  <a:pt x="5640" y="8326"/>
                </a:lnTo>
                <a:cubicBezTo>
                  <a:pt x="5703" y="8326"/>
                  <a:pt x="5829" y="8295"/>
                  <a:pt x="5860" y="8232"/>
                </a:cubicBezTo>
                <a:lnTo>
                  <a:pt x="6742" y="7350"/>
                </a:lnTo>
                <a:cubicBezTo>
                  <a:pt x="7131" y="7479"/>
                  <a:pt x="7533" y="7543"/>
                  <a:pt x="7931" y="7543"/>
                </a:cubicBezTo>
                <a:cubicBezTo>
                  <a:pt x="8891" y="7543"/>
                  <a:pt x="9833" y="7171"/>
                  <a:pt x="10523" y="6436"/>
                </a:cubicBezTo>
                <a:cubicBezTo>
                  <a:pt x="11972" y="4987"/>
                  <a:pt x="11972" y="2592"/>
                  <a:pt x="10523" y="1143"/>
                </a:cubicBezTo>
                <a:cubicBezTo>
                  <a:pt x="9823" y="379"/>
                  <a:pt x="8865" y="1"/>
                  <a:pt x="7901" y="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5821;p70">
            <a:extLst>
              <a:ext uri="{FF2B5EF4-FFF2-40B4-BE49-F238E27FC236}">
                <a16:creationId xmlns:a16="http://schemas.microsoft.com/office/drawing/2014/main" id="{5D6EC264-9A48-F35E-E077-90DE3F13F95A}"/>
              </a:ext>
            </a:extLst>
          </p:cNvPr>
          <p:cNvGrpSpPr/>
          <p:nvPr/>
        </p:nvGrpSpPr>
        <p:grpSpPr>
          <a:xfrm>
            <a:off x="2765304" y="2257382"/>
            <a:ext cx="343759" cy="339271"/>
            <a:chOff x="6232000" y="1435050"/>
            <a:chExt cx="488225" cy="48185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8" name="Google Shape;5822;p70">
              <a:extLst>
                <a:ext uri="{FF2B5EF4-FFF2-40B4-BE49-F238E27FC236}">
                  <a16:creationId xmlns:a16="http://schemas.microsoft.com/office/drawing/2014/main" id="{5756FF99-5FCA-0C43-AFCE-FBF95BBAF686}"/>
                </a:ext>
              </a:extLst>
            </p:cNvPr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" name="Google Shape;5823;p70">
              <a:extLst>
                <a:ext uri="{FF2B5EF4-FFF2-40B4-BE49-F238E27FC236}">
                  <a16:creationId xmlns:a16="http://schemas.microsoft.com/office/drawing/2014/main" id="{AB1B817A-0E78-F953-DD69-C2F1F55175D5}"/>
                </a:ext>
              </a:extLst>
            </p:cNvPr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" name="Google Shape;5824;p70">
              <a:extLst>
                <a:ext uri="{FF2B5EF4-FFF2-40B4-BE49-F238E27FC236}">
                  <a16:creationId xmlns:a16="http://schemas.microsoft.com/office/drawing/2014/main" id="{D6C6EA39-2180-03CD-B19D-8561FFBC5590}"/>
                </a:ext>
              </a:extLst>
            </p:cNvPr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" name="Google Shape;5825;p70">
              <a:extLst>
                <a:ext uri="{FF2B5EF4-FFF2-40B4-BE49-F238E27FC236}">
                  <a16:creationId xmlns:a16="http://schemas.microsoft.com/office/drawing/2014/main" id="{FAE156FA-2ACE-9897-2787-0C8074CC8FFF}"/>
                </a:ext>
              </a:extLst>
            </p:cNvPr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" name="Google Shape;5826;p70">
              <a:extLst>
                <a:ext uri="{FF2B5EF4-FFF2-40B4-BE49-F238E27FC236}">
                  <a16:creationId xmlns:a16="http://schemas.microsoft.com/office/drawing/2014/main" id="{2B569827-A028-61EB-6323-09588DA02461}"/>
                </a:ext>
              </a:extLst>
            </p:cNvPr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3" name="Google Shape;6719;p72">
            <a:extLst>
              <a:ext uri="{FF2B5EF4-FFF2-40B4-BE49-F238E27FC236}">
                <a16:creationId xmlns:a16="http://schemas.microsoft.com/office/drawing/2014/main" id="{85C5FC94-CD20-B48D-E3CD-26DB6A0E9535}"/>
              </a:ext>
            </a:extLst>
          </p:cNvPr>
          <p:cNvGrpSpPr/>
          <p:nvPr/>
        </p:nvGrpSpPr>
        <p:grpSpPr>
          <a:xfrm>
            <a:off x="6010581" y="2272999"/>
            <a:ext cx="351024" cy="347301"/>
            <a:chOff x="946175" y="3619500"/>
            <a:chExt cx="296975" cy="29382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54" name="Google Shape;6720;p72">
              <a:extLst>
                <a:ext uri="{FF2B5EF4-FFF2-40B4-BE49-F238E27FC236}">
                  <a16:creationId xmlns:a16="http://schemas.microsoft.com/office/drawing/2014/main" id="{F46A7554-E425-8F57-D252-8FAC82235179}"/>
                </a:ext>
              </a:extLst>
            </p:cNvPr>
            <p:cNvSpPr/>
            <p:nvPr/>
          </p:nvSpPr>
          <p:spPr>
            <a:xfrm>
              <a:off x="963525" y="3619500"/>
              <a:ext cx="207950" cy="293825"/>
            </a:xfrm>
            <a:custGeom>
              <a:avLst/>
              <a:gdLst/>
              <a:ahLst/>
              <a:cxnLst/>
              <a:rect l="l" t="t" r="r" b="b"/>
              <a:pathLst>
                <a:path w="8318" h="11753" extrusionOk="0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6721;p72">
              <a:extLst>
                <a:ext uri="{FF2B5EF4-FFF2-40B4-BE49-F238E27FC236}">
                  <a16:creationId xmlns:a16="http://schemas.microsoft.com/office/drawing/2014/main" id="{7617454B-1A9E-83C2-494B-5969D79C5624}"/>
                </a:ext>
              </a:extLst>
            </p:cNvPr>
            <p:cNvSpPr/>
            <p:nvPr/>
          </p:nvSpPr>
          <p:spPr>
            <a:xfrm>
              <a:off x="1185625" y="3688025"/>
              <a:ext cx="57525" cy="55950"/>
            </a:xfrm>
            <a:custGeom>
              <a:avLst/>
              <a:gdLst/>
              <a:ahLst/>
              <a:cxnLst/>
              <a:rect l="l" t="t" r="r" b="b"/>
              <a:pathLst>
                <a:path w="2301" h="2238" extrusionOk="0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6722;p72">
              <a:extLst>
                <a:ext uri="{FF2B5EF4-FFF2-40B4-BE49-F238E27FC236}">
                  <a16:creationId xmlns:a16="http://schemas.microsoft.com/office/drawing/2014/main" id="{1AB209B2-72D9-8A52-3BA3-CA5F905602F8}"/>
                </a:ext>
              </a:extLst>
            </p:cNvPr>
            <p:cNvSpPr/>
            <p:nvPr/>
          </p:nvSpPr>
          <p:spPr>
            <a:xfrm>
              <a:off x="1088075" y="3795925"/>
              <a:ext cx="46375" cy="45025"/>
            </a:xfrm>
            <a:custGeom>
              <a:avLst/>
              <a:gdLst/>
              <a:ahLst/>
              <a:cxnLst/>
              <a:rect l="l" t="t" r="r" b="b"/>
              <a:pathLst>
                <a:path w="1855" h="1801" extrusionOk="0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6723;p72">
              <a:extLst>
                <a:ext uri="{FF2B5EF4-FFF2-40B4-BE49-F238E27FC236}">
                  <a16:creationId xmlns:a16="http://schemas.microsoft.com/office/drawing/2014/main" id="{086E4D3B-E0BB-DAA1-57D1-836FB2A63E6B}"/>
                </a:ext>
              </a:extLst>
            </p:cNvPr>
            <p:cNvSpPr/>
            <p:nvPr/>
          </p:nvSpPr>
          <p:spPr>
            <a:xfrm>
              <a:off x="1112375" y="3720325"/>
              <a:ext cx="97700" cy="97700"/>
            </a:xfrm>
            <a:custGeom>
              <a:avLst/>
              <a:gdLst/>
              <a:ahLst/>
              <a:cxnLst/>
              <a:rect l="l" t="t" r="r" b="b"/>
              <a:pathLst>
                <a:path w="3908" h="3908" extrusionOk="0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6724;p72">
              <a:extLst>
                <a:ext uri="{FF2B5EF4-FFF2-40B4-BE49-F238E27FC236}">
                  <a16:creationId xmlns:a16="http://schemas.microsoft.com/office/drawing/2014/main" id="{1D99C368-C514-BE3D-1CA8-BA41AAD9A837}"/>
                </a:ext>
              </a:extLst>
            </p:cNvPr>
            <p:cNvSpPr/>
            <p:nvPr/>
          </p:nvSpPr>
          <p:spPr>
            <a:xfrm>
              <a:off x="1120250" y="3623450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6725;p72">
              <a:extLst>
                <a:ext uri="{FF2B5EF4-FFF2-40B4-BE49-F238E27FC236}">
                  <a16:creationId xmlns:a16="http://schemas.microsoft.com/office/drawing/2014/main" id="{A90E2769-35C0-5988-024A-1F78240919A6}"/>
                </a:ext>
              </a:extLst>
            </p:cNvPr>
            <p:cNvSpPr/>
            <p:nvPr/>
          </p:nvSpPr>
          <p:spPr>
            <a:xfrm>
              <a:off x="946175" y="3879425"/>
              <a:ext cx="166225" cy="33900"/>
            </a:xfrm>
            <a:custGeom>
              <a:avLst/>
              <a:gdLst/>
              <a:ahLst/>
              <a:cxnLst/>
              <a:rect l="l" t="t" r="r" b="b"/>
              <a:pathLst>
                <a:path w="6649" h="1356" extrusionOk="0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0" name="Google Shape;8583;p76">
            <a:extLst>
              <a:ext uri="{FF2B5EF4-FFF2-40B4-BE49-F238E27FC236}">
                <a16:creationId xmlns:a16="http://schemas.microsoft.com/office/drawing/2014/main" id="{41B88C0F-545C-5318-32F0-714128A95EEB}"/>
              </a:ext>
            </a:extLst>
          </p:cNvPr>
          <p:cNvSpPr/>
          <p:nvPr/>
        </p:nvSpPr>
        <p:spPr>
          <a:xfrm>
            <a:off x="4316974" y="2322172"/>
            <a:ext cx="420811" cy="318722"/>
          </a:xfrm>
          <a:custGeom>
            <a:avLst/>
            <a:gdLst/>
            <a:ahLst/>
            <a:cxnLst/>
            <a:rect l="l" t="t" r="r" b="b"/>
            <a:pathLst>
              <a:path w="11690" h="8854" extrusionOk="0">
                <a:moveTo>
                  <a:pt x="1733" y="1324"/>
                </a:moveTo>
                <a:cubicBezTo>
                  <a:pt x="1922" y="1324"/>
                  <a:pt x="2080" y="1481"/>
                  <a:pt x="2080" y="1702"/>
                </a:cubicBezTo>
                <a:cubicBezTo>
                  <a:pt x="2080" y="1891"/>
                  <a:pt x="1922" y="2049"/>
                  <a:pt x="1733" y="2049"/>
                </a:cubicBezTo>
                <a:cubicBezTo>
                  <a:pt x="1544" y="2049"/>
                  <a:pt x="1387" y="1891"/>
                  <a:pt x="1387" y="1702"/>
                </a:cubicBezTo>
                <a:cubicBezTo>
                  <a:pt x="1387" y="1481"/>
                  <a:pt x="1544" y="1324"/>
                  <a:pt x="1733" y="1324"/>
                </a:cubicBezTo>
                <a:close/>
                <a:moveTo>
                  <a:pt x="10019" y="1387"/>
                </a:moveTo>
                <a:cubicBezTo>
                  <a:pt x="10492" y="1387"/>
                  <a:pt x="10492" y="2049"/>
                  <a:pt x="10019" y="2049"/>
                </a:cubicBezTo>
                <a:lnTo>
                  <a:pt x="3781" y="2049"/>
                </a:lnTo>
                <a:cubicBezTo>
                  <a:pt x="3340" y="2049"/>
                  <a:pt x="3309" y="1387"/>
                  <a:pt x="3781" y="1387"/>
                </a:cubicBezTo>
                <a:close/>
                <a:moveTo>
                  <a:pt x="1733" y="4096"/>
                </a:moveTo>
                <a:cubicBezTo>
                  <a:pt x="1922" y="4096"/>
                  <a:pt x="2080" y="4254"/>
                  <a:pt x="2080" y="4443"/>
                </a:cubicBezTo>
                <a:cubicBezTo>
                  <a:pt x="2080" y="4632"/>
                  <a:pt x="1922" y="4789"/>
                  <a:pt x="1733" y="4789"/>
                </a:cubicBezTo>
                <a:cubicBezTo>
                  <a:pt x="1544" y="4789"/>
                  <a:pt x="1387" y="4632"/>
                  <a:pt x="1387" y="4443"/>
                </a:cubicBezTo>
                <a:cubicBezTo>
                  <a:pt x="1387" y="4254"/>
                  <a:pt x="1544" y="4096"/>
                  <a:pt x="1733" y="4096"/>
                </a:cubicBezTo>
                <a:close/>
                <a:moveTo>
                  <a:pt x="10050" y="4127"/>
                </a:moveTo>
                <a:cubicBezTo>
                  <a:pt x="10492" y="4127"/>
                  <a:pt x="10481" y="4789"/>
                  <a:pt x="10019" y="4789"/>
                </a:cubicBezTo>
                <a:lnTo>
                  <a:pt x="3781" y="4789"/>
                </a:lnTo>
                <a:cubicBezTo>
                  <a:pt x="3340" y="4789"/>
                  <a:pt x="3309" y="4128"/>
                  <a:pt x="3781" y="4128"/>
                </a:cubicBezTo>
                <a:lnTo>
                  <a:pt x="10019" y="4128"/>
                </a:lnTo>
                <a:cubicBezTo>
                  <a:pt x="10030" y="4127"/>
                  <a:pt x="10040" y="4127"/>
                  <a:pt x="10050" y="4127"/>
                </a:cubicBezTo>
                <a:close/>
                <a:moveTo>
                  <a:pt x="1733" y="6806"/>
                </a:moveTo>
                <a:cubicBezTo>
                  <a:pt x="1922" y="6806"/>
                  <a:pt x="2080" y="6963"/>
                  <a:pt x="2080" y="7152"/>
                </a:cubicBezTo>
                <a:cubicBezTo>
                  <a:pt x="2080" y="7373"/>
                  <a:pt x="1922" y="7499"/>
                  <a:pt x="1733" y="7499"/>
                </a:cubicBezTo>
                <a:cubicBezTo>
                  <a:pt x="1544" y="7499"/>
                  <a:pt x="1387" y="7373"/>
                  <a:pt x="1387" y="7152"/>
                </a:cubicBezTo>
                <a:cubicBezTo>
                  <a:pt x="1387" y="6963"/>
                  <a:pt x="1544" y="6806"/>
                  <a:pt x="1733" y="6806"/>
                </a:cubicBezTo>
                <a:close/>
                <a:moveTo>
                  <a:pt x="10019" y="6837"/>
                </a:moveTo>
                <a:cubicBezTo>
                  <a:pt x="10492" y="6837"/>
                  <a:pt x="10492" y="7499"/>
                  <a:pt x="10019" y="7499"/>
                </a:cubicBezTo>
                <a:lnTo>
                  <a:pt x="3781" y="7499"/>
                </a:lnTo>
                <a:cubicBezTo>
                  <a:pt x="3340" y="7499"/>
                  <a:pt x="3309" y="6837"/>
                  <a:pt x="3781" y="6837"/>
                </a:cubicBezTo>
                <a:close/>
                <a:moveTo>
                  <a:pt x="379" y="1"/>
                </a:moveTo>
                <a:lnTo>
                  <a:pt x="95" y="631"/>
                </a:lnTo>
                <a:cubicBezTo>
                  <a:pt x="64" y="757"/>
                  <a:pt x="1" y="883"/>
                  <a:pt x="1" y="1009"/>
                </a:cubicBezTo>
                <a:lnTo>
                  <a:pt x="1" y="2395"/>
                </a:lnTo>
                <a:cubicBezTo>
                  <a:pt x="1" y="2679"/>
                  <a:pt x="127" y="2899"/>
                  <a:pt x="284" y="3057"/>
                </a:cubicBezTo>
                <a:cubicBezTo>
                  <a:pt x="127" y="3246"/>
                  <a:pt x="1" y="3498"/>
                  <a:pt x="1" y="3718"/>
                </a:cubicBezTo>
                <a:lnTo>
                  <a:pt x="1" y="5104"/>
                </a:lnTo>
                <a:cubicBezTo>
                  <a:pt x="1" y="5388"/>
                  <a:pt x="127" y="5609"/>
                  <a:pt x="284" y="5766"/>
                </a:cubicBezTo>
                <a:cubicBezTo>
                  <a:pt x="127" y="5987"/>
                  <a:pt x="1" y="6207"/>
                  <a:pt x="1" y="6459"/>
                </a:cubicBezTo>
                <a:lnTo>
                  <a:pt x="1" y="7814"/>
                </a:lnTo>
                <a:cubicBezTo>
                  <a:pt x="1" y="8381"/>
                  <a:pt x="473" y="8854"/>
                  <a:pt x="1040" y="8854"/>
                </a:cubicBezTo>
                <a:lnTo>
                  <a:pt x="10649" y="8854"/>
                </a:lnTo>
                <a:cubicBezTo>
                  <a:pt x="11185" y="8854"/>
                  <a:pt x="11658" y="8381"/>
                  <a:pt x="11658" y="7814"/>
                </a:cubicBezTo>
                <a:lnTo>
                  <a:pt x="11658" y="6459"/>
                </a:lnTo>
                <a:cubicBezTo>
                  <a:pt x="11658" y="6176"/>
                  <a:pt x="11563" y="5924"/>
                  <a:pt x="11405" y="5766"/>
                </a:cubicBezTo>
                <a:cubicBezTo>
                  <a:pt x="11563" y="5577"/>
                  <a:pt x="11658" y="5357"/>
                  <a:pt x="11658" y="5104"/>
                </a:cubicBezTo>
                <a:lnTo>
                  <a:pt x="11658" y="3718"/>
                </a:lnTo>
                <a:cubicBezTo>
                  <a:pt x="11658" y="3466"/>
                  <a:pt x="11563" y="3214"/>
                  <a:pt x="11405" y="3057"/>
                </a:cubicBezTo>
                <a:cubicBezTo>
                  <a:pt x="11563" y="2868"/>
                  <a:pt x="11658" y="2616"/>
                  <a:pt x="11658" y="2395"/>
                </a:cubicBezTo>
                <a:lnTo>
                  <a:pt x="11658" y="1009"/>
                </a:lnTo>
                <a:lnTo>
                  <a:pt x="11689" y="1009"/>
                </a:lnTo>
                <a:cubicBezTo>
                  <a:pt x="11689" y="883"/>
                  <a:pt x="11658" y="757"/>
                  <a:pt x="11626" y="631"/>
                </a:cubicBezTo>
                <a:lnTo>
                  <a:pt x="11342" y="1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"/>
          <p:cNvSpPr/>
          <p:nvPr/>
        </p:nvSpPr>
        <p:spPr>
          <a:xfrm>
            <a:off x="715100" y="1572142"/>
            <a:ext cx="695400" cy="677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6"/>
          <p:cNvSpPr/>
          <p:nvPr/>
        </p:nvSpPr>
        <p:spPr>
          <a:xfrm>
            <a:off x="4756600" y="1572142"/>
            <a:ext cx="695400" cy="677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6"/>
          <p:cNvSpPr/>
          <p:nvPr/>
        </p:nvSpPr>
        <p:spPr>
          <a:xfrm>
            <a:off x="715100" y="3164442"/>
            <a:ext cx="695400" cy="677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6"/>
          <p:cNvSpPr/>
          <p:nvPr/>
        </p:nvSpPr>
        <p:spPr>
          <a:xfrm>
            <a:off x="4756600" y="3164442"/>
            <a:ext cx="695400" cy="6774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6"/>
          <p:cNvSpPr txBox="1">
            <a:spLocks noGrp="1"/>
          </p:cNvSpPr>
          <p:nvPr>
            <p:ph type="title"/>
          </p:nvPr>
        </p:nvSpPr>
        <p:spPr>
          <a:xfrm>
            <a:off x="1519323" y="1610525"/>
            <a:ext cx="2328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STUDENT PORTAL</a:t>
            </a:r>
            <a:endParaRPr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8" name="Google Shape;338;p36"/>
          <p:cNvSpPr txBox="1">
            <a:spLocks noGrp="1"/>
          </p:cNvSpPr>
          <p:nvPr>
            <p:ph type="subTitle" idx="1"/>
          </p:nvPr>
        </p:nvSpPr>
        <p:spPr>
          <a:xfrm>
            <a:off x="1519313" y="22732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t>View attendance records, internal marks, timetable, course materials, and download hall tickets.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Google Shape;339;p36"/>
          <p:cNvSpPr txBox="1">
            <a:spLocks noGrp="1"/>
          </p:cNvSpPr>
          <p:nvPr>
            <p:ph type="title" idx="2"/>
          </p:nvPr>
        </p:nvSpPr>
        <p:spPr>
          <a:xfrm>
            <a:off x="5561798" y="1610525"/>
            <a:ext cx="243630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FACULTY PORTAL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0" name="Google Shape;340;p36"/>
          <p:cNvSpPr txBox="1">
            <a:spLocks noGrp="1"/>
          </p:cNvSpPr>
          <p:nvPr>
            <p:ph type="subTitle" idx="3"/>
          </p:nvPr>
        </p:nvSpPr>
        <p:spPr>
          <a:xfrm>
            <a:off x="5561793" y="2174692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t>Attendance entry, internal mark entry, syllabus tracker, and AI question paper generator.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Google Shape;341;p36"/>
          <p:cNvSpPr txBox="1">
            <a:spLocks noGrp="1"/>
          </p:cNvSpPr>
          <p:nvPr>
            <p:ph type="title" idx="15"/>
          </p:nvPr>
        </p:nvSpPr>
        <p:spPr>
          <a:xfrm>
            <a:off x="529463" y="5133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CORE MODULES &amp; FEATURES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Google Shape;342;p36"/>
          <p:cNvSpPr txBox="1">
            <a:spLocks noGrp="1"/>
          </p:cNvSpPr>
          <p:nvPr>
            <p:ph type="title" idx="4"/>
          </p:nvPr>
        </p:nvSpPr>
        <p:spPr>
          <a:xfrm>
            <a:off x="1519323" y="3196325"/>
            <a:ext cx="2328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ADMIN &amp; ERP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3" name="Google Shape;343;p36"/>
          <p:cNvSpPr txBox="1">
            <a:spLocks noGrp="1"/>
          </p:cNvSpPr>
          <p:nvPr>
            <p:ph type="subTitle" idx="5"/>
          </p:nvPr>
        </p:nvSpPr>
        <p:spPr>
          <a:xfrm>
            <a:off x="1519313" y="38590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t>Department setup, user role management (JWT RBAC), course enrollments, and reports.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4" name="Google Shape;344;p36"/>
          <p:cNvSpPr txBox="1">
            <a:spLocks noGrp="1"/>
          </p:cNvSpPr>
          <p:nvPr>
            <p:ph type="title" idx="6"/>
          </p:nvPr>
        </p:nvSpPr>
        <p:spPr>
          <a:xfrm>
            <a:off x="5561799" y="3196325"/>
            <a:ext cx="2328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PLACEMENT CELL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7"/>
          </p:nvPr>
        </p:nvSpPr>
        <p:spPr>
          <a:xfrm>
            <a:off x="5561793" y="3859050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t>Student resume builder, drive listings, eligibility criteria filtering, and placement stats.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Google Shape;346;p36"/>
          <p:cNvSpPr txBox="1">
            <a:spLocks noGrp="1"/>
          </p:cNvSpPr>
          <p:nvPr>
            <p:ph type="subTitle" idx="8"/>
          </p:nvPr>
        </p:nvSpPr>
        <p:spPr>
          <a:xfrm>
            <a:off x="715088" y="1646992"/>
            <a:ext cx="695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47" name="Google Shape;347;p36"/>
          <p:cNvSpPr txBox="1">
            <a:spLocks noGrp="1"/>
          </p:cNvSpPr>
          <p:nvPr>
            <p:ph type="subTitle" idx="9"/>
          </p:nvPr>
        </p:nvSpPr>
        <p:spPr>
          <a:xfrm>
            <a:off x="4756588" y="1646992"/>
            <a:ext cx="695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8" name="Google Shape;348;p36"/>
          <p:cNvSpPr txBox="1">
            <a:spLocks noGrp="1"/>
          </p:cNvSpPr>
          <p:nvPr>
            <p:ph type="subTitle" idx="13"/>
          </p:nvPr>
        </p:nvSpPr>
        <p:spPr>
          <a:xfrm>
            <a:off x="715088" y="3239292"/>
            <a:ext cx="695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9" name="Google Shape;349;p36"/>
          <p:cNvSpPr txBox="1">
            <a:spLocks noGrp="1"/>
          </p:cNvSpPr>
          <p:nvPr>
            <p:ph type="subTitle" idx="14"/>
          </p:nvPr>
        </p:nvSpPr>
        <p:spPr>
          <a:xfrm>
            <a:off x="4756588" y="3239292"/>
            <a:ext cx="695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41D82BFF-981E-6FA3-6AD8-E861D285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">
            <a:extLst>
              <a:ext uri="{FF2B5EF4-FFF2-40B4-BE49-F238E27FC236}">
                <a16:creationId xmlns:a16="http://schemas.microsoft.com/office/drawing/2014/main" id="{3317CD04-3D70-2647-E64C-0F9DB60DE6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1432" y="595380"/>
            <a:ext cx="5421136" cy="764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RESULTS &amp; DEMONSTRATION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55ECFE-3F93-DDD0-F45E-3EB6A8BB4D17}"/>
              </a:ext>
            </a:extLst>
          </p:cNvPr>
          <p:cNvSpPr txBox="1"/>
          <p:nvPr/>
        </p:nvSpPr>
        <p:spPr>
          <a:xfrm>
            <a:off x="1610328" y="1360025"/>
            <a:ext cx="5923344" cy="297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High Efficiency: Sub-second page load times and real-time GPA/CGPA calculations.</a:t>
            </a:r>
          </a:p>
          <a:p>
            <a:pPr algn="just">
              <a:lnSpc>
                <a:spcPct val="200000"/>
              </a:lnSpc>
            </a:pPr>
            <a:r>
              <a:t>End-to-End Automation: Automated marksheets, attendance tracking, and hall ticket generation.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AI Integration: Instant Bloom's Taxonomy question paper generation with flexible marks weightage.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Containerized Deployment: Seamless multi-service orchestration via Docker Compose.</a:t>
            </a:r>
          </a:p>
        </p:txBody>
      </p:sp>
    </p:spTree>
    <p:extLst>
      <p:ext uri="{BB962C8B-B14F-4D97-AF65-F5344CB8AC3E}">
        <p14:creationId xmlns:p14="http://schemas.microsoft.com/office/powerpoint/2010/main" val="88929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7F7A7D-3777-15A7-652D-DA5BDBE74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039" y="641680"/>
            <a:ext cx="5789922" cy="572700"/>
          </a:xfrm>
        </p:spPr>
        <p:txBody>
          <a:bodyPr wrap="square"/>
          <a:lstStyle/>
          <a:p>
            <a:r>
              <a:t>CONCLUSION &amp;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85CC6-9AE8-8344-D556-C404730827B9}"/>
              </a:ext>
            </a:extLst>
          </p:cNvPr>
          <p:cNvSpPr txBox="1"/>
          <p:nvPr/>
        </p:nvSpPr>
        <p:spPr>
          <a:xfrm>
            <a:off x="1111170" y="1499075"/>
            <a:ext cx="7002684" cy="309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t>Conclusion:</a:t>
            </a:r>
          </a:p>
          <a:p>
            <a:pPr algn="just">
              <a:lnSpc>
                <a:spcPct val="150000"/>
              </a:lnSpc>
            </a:pPr>
            <a:r>
              <a:t>  Successfully developed and validated Collego AI-Enabled ERP for academic management.</a:t>
            </a:r>
          </a:p>
          <a:p>
            <a:pPr algn="just">
              <a:lnSpc>
                <a:spcPct val="150000"/>
              </a:lnSpc>
            </a:pPr>
            <a:r>
              <a:t>  Eliminates administrative bottlenecks and significantly improves institutional efficiency.</a:t>
            </a:r>
          </a:p>
          <a:p>
            <a:pPr algn="just">
              <a:lnSpc>
                <a:spcPct val="150000"/>
              </a:lnSpc>
            </a:pPr>
            <a:r>
              <a:t>Future Scope:</a:t>
            </a:r>
            <a:endParaRPr lang="en-IN" sz="1600" dirty="0">
              <a:solidFill>
                <a:srgbClr val="3232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t>  Mobile Application (React Native / Flutter) for instant push notifications.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t>  AI Remote Proctoring &amp; Automated Online Examination System.</a:t>
            </a:r>
            <a:endParaRPr lang="en-IN" sz="1600" dirty="0">
              <a:solidFill>
                <a:srgbClr val="3232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6"/>
          <p:cNvSpPr txBox="1">
            <a:spLocks noGrp="1"/>
          </p:cNvSpPr>
          <p:nvPr>
            <p:ph type="ctrTitle"/>
          </p:nvPr>
        </p:nvSpPr>
        <p:spPr>
          <a:xfrm>
            <a:off x="2430000" y="2072850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THANK YOU</a:t>
            </a:r>
            <a:endParaRPr b="1" dirty="0">
              <a:latin typeface="Papyrus" panose="03070502060502030205" pitchFamily="66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67C594-73A2-1CF6-FDB8-6D656F704ACC}"/>
              </a:ext>
            </a:extLst>
          </p:cNvPr>
          <p:cNvSpPr/>
          <p:nvPr/>
        </p:nvSpPr>
        <p:spPr>
          <a:xfrm>
            <a:off x="2025570" y="3327721"/>
            <a:ext cx="5254906" cy="1417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t>Questions &amp; Discussion</a:t>
            </a:r>
            <a:endParaRPr lang="en-IN"/>
          </a:p>
          <a:p>
            <a:r>
              <a:t>Collego: AI Enabled ERP Platform for Academic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Professional Virtual Meeting by Slidesgo">
  <a:themeElements>
    <a:clrScheme name="Simple Light">
      <a:dk1>
        <a:srgbClr val="000000"/>
      </a:dk1>
      <a:lt1>
        <a:srgbClr val="FFFFFF"/>
      </a:lt1>
      <a:dk2>
        <a:srgbClr val="FFFDFD"/>
      </a:dk2>
      <a:lt2>
        <a:srgbClr val="606060"/>
      </a:lt2>
      <a:accent1>
        <a:srgbClr val="323366"/>
      </a:accent1>
      <a:accent2>
        <a:srgbClr val="004F83"/>
      </a:accent2>
      <a:accent3>
        <a:srgbClr val="FAB403"/>
      </a:accent3>
      <a:accent4>
        <a:srgbClr val="FABE75"/>
      </a:accent4>
      <a:accent5>
        <a:srgbClr val="00373D"/>
      </a:accent5>
      <a:accent6>
        <a:srgbClr val="00929B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534</Words>
  <Application>Microsoft Office PowerPoint</Application>
  <PresentationFormat>On-screen Show (16:9)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Times New Roman</vt:lpstr>
      <vt:lpstr>Papyrus</vt:lpstr>
      <vt:lpstr>Arial</vt:lpstr>
      <vt:lpstr>Raleway</vt:lpstr>
      <vt:lpstr>Montserrat</vt:lpstr>
      <vt:lpstr>Montserrat ExtraBold</vt:lpstr>
      <vt:lpstr>Ramabhadra</vt:lpstr>
      <vt:lpstr>Raleway Medium</vt:lpstr>
      <vt:lpstr>Roboto Condensed Light</vt:lpstr>
      <vt:lpstr>Simple Professional Virtual Meeting by Slidesgo</vt:lpstr>
      <vt:lpstr>PRJ-27 : COLLEGO</vt:lpstr>
      <vt:lpstr>PROBLEM STATEMENT</vt:lpstr>
      <vt:lpstr>EXISTING VS PROPOSED SYSTEM</vt:lpstr>
      <vt:lpstr>PROJECT OBJECTIVES</vt:lpstr>
      <vt:lpstr>TECHNOLOGIES USED</vt:lpstr>
      <vt:lpstr>SYSTEM ARCHITECTURE</vt:lpstr>
      <vt:lpstr>STUDENT PORTAL</vt:lpstr>
      <vt:lpstr>RESULTS &amp; DEMONSTRATION</vt:lpstr>
      <vt:lpstr>CONCLUSION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Kulkarni</cp:lastModifiedBy>
  <cp:revision>26</cp:revision>
  <dcterms:modified xsi:type="dcterms:W3CDTF">2026-09-10T18:31:09Z</dcterms:modified>
</cp:coreProperties>
</file>